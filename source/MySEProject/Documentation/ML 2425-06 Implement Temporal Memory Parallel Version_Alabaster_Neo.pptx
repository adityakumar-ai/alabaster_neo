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tags/tag2.xml" ContentType="application/vnd.openxmlformats-officedocument.presentationml.tags+xml"/>
  <Override PartName="/ppt/notesSlides/notesSlide6.xml" ContentType="application/vnd.openxmlformats-officedocument.presentationml.notesSlide+xml"/>
  <Override PartName="/ppt/tags/tag3.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4.xml" ContentType="application/vnd.openxmlformats-officedocument.presentationml.tags+xml"/>
  <Override PartName="/ppt/notesSlides/notesSlide10.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tags/tag5.xml" ContentType="application/vnd.openxmlformats-officedocument.presentationml.tags+xml"/>
  <Override PartName="/ppt/notesSlides/notesSlide11.xml" ContentType="application/vnd.openxmlformats-officedocument.presentationml.notesSlide+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tags/tag6.xml" ContentType="application/vnd.openxmlformats-officedocument.presentationml.tags+xml"/>
  <Override PartName="/ppt/notesSlides/notesSlide12.xml" ContentType="application/vnd.openxmlformats-officedocument.presentationml.notesSlide+xml"/>
  <Override PartName="/ppt/ink/ink9.xml" ContentType="application/inkml+xml"/>
  <Override PartName="/ppt/ink/ink10.xml" ContentType="application/inkml+xml"/>
  <Override PartName="/ppt/ink/ink11.xml" ContentType="application/inkml+xml"/>
  <Override PartName="/ppt/ink/ink12.xml" ContentType="application/inkml+xml"/>
  <Override PartName="/ppt/tags/tag7.xml" ContentType="application/vnd.openxmlformats-officedocument.presentationml.tags+xml"/>
  <Override PartName="/ppt/notesSlides/notesSlide13.xml" ContentType="application/vnd.openxmlformats-officedocument.presentationml.notesSlide+xml"/>
  <Override PartName="/ppt/tags/tag8.xml" ContentType="application/vnd.openxmlformats-officedocument.presentationml.tags+xml"/>
  <Override PartName="/ppt/notesSlides/notesSlide14.xml" ContentType="application/vnd.openxmlformats-officedocument.presentationml.notesSlide+xml"/>
  <Override PartName="/ppt/ink/ink13.xml" ContentType="application/inkml+xml"/>
  <Override PartName="/ppt/ink/ink14.xml" ContentType="application/inkml+xml"/>
  <Override PartName="/ppt/ink/ink15.xml" ContentType="application/inkml+xml"/>
  <Override PartName="/ppt/ink/ink16.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9.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755" r:id="rId4"/>
  </p:sldMasterIdLst>
  <p:notesMasterIdLst>
    <p:notesMasterId r:id="rId30"/>
  </p:notesMasterIdLst>
  <p:sldIdLst>
    <p:sldId id="256" r:id="rId5"/>
    <p:sldId id="258" r:id="rId6"/>
    <p:sldId id="269" r:id="rId7"/>
    <p:sldId id="270" r:id="rId8"/>
    <p:sldId id="271" r:id="rId9"/>
    <p:sldId id="273" r:id="rId10"/>
    <p:sldId id="274" r:id="rId11"/>
    <p:sldId id="275" r:id="rId12"/>
    <p:sldId id="272" r:id="rId13"/>
    <p:sldId id="276" r:id="rId14"/>
    <p:sldId id="277" r:id="rId15"/>
    <p:sldId id="278" r:id="rId16"/>
    <p:sldId id="290" r:id="rId17"/>
    <p:sldId id="279" r:id="rId18"/>
    <p:sldId id="280" r:id="rId19"/>
    <p:sldId id="281" r:id="rId20"/>
    <p:sldId id="283" r:id="rId21"/>
    <p:sldId id="282" r:id="rId22"/>
    <p:sldId id="284" r:id="rId23"/>
    <p:sldId id="286" r:id="rId24"/>
    <p:sldId id="287" r:id="rId25"/>
    <p:sldId id="288" r:id="rId26"/>
    <p:sldId id="289" r:id="rId27"/>
    <p:sldId id="285" r:id="rId28"/>
    <p:sldId id="267"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6406" autoAdjust="0"/>
  </p:normalViewPr>
  <p:slideViewPr>
    <p:cSldViewPr snapToGrid="0">
      <p:cViewPr varScale="1">
        <p:scale>
          <a:sx n="82" d="100"/>
          <a:sy n="82" d="100"/>
        </p:scale>
        <p:origin x="672" y="72"/>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8" Type="http://schemas.openxmlformats.org/officeDocument/2006/relationships/slide" Target="slides/slide4.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27T22:26:52.930"/>
    </inkml:context>
    <inkml:brush xml:id="br0">
      <inkml:brushProperty name="width" value="0.2" units="cm"/>
      <inkml:brushProperty name="height" value="0.2" units="cm"/>
      <inkml:brushProperty name="color" value="#E71224"/>
    </inkml:brush>
  </inkml:definitions>
  <inkml:trace contextRef="#ctx0" brushRef="#br0">0 70 24575,'46'1'0,"0"-3"0,63-10 0,34-11 0,13 1 0,-118 17 0,-1 0 0,2 3 0,68 4 0,-25 0 0,163-2-1365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27T22:27:37.921"/>
    </inkml:context>
    <inkml:brush xml:id="br0">
      <inkml:brushProperty name="width" value="0.1" units="cm"/>
      <inkml:brushProperty name="height" value="0.1" units="cm"/>
      <inkml:brushProperty name="color" value="#E71224"/>
    </inkml:brush>
  </inkml:definitions>
  <inkml:trace contextRef="#ctx0" brushRef="#br0">1 202 24575,'1340'0'0,"-1325"1"0,0 1 0,30 6 0,21 3 0,45 0 0,-62-5 0,50 0 0,32-5 0,140-3 0,-231-2 0,58-14 0,-63 10 0,0 2 0,55-3 0,18 10 0,-47 1 0,122-12 0,-149 4 0,114-17 0,248-8 0,514 32 0,-885-3 0,0 0 0,28-7 0,3 0 0,1-1 0,-26 5 0,39-2 0,-9 2 0,106-24 0,-111 17 0,1 3 0,78-4 0,48 15 0,98-3 0,-145-10 0,68-2 0,436 14 0,-601 2 0,1 1 0,-1 1 0,68 21 0,-37-9 0,-19-9 0,0-2 0,0-3 0,95-5 0,-38-1 0,91 18 0,-172-12 0,193 16 0,-46-12 0,-121-8 0,85 11 0,199 41 0,-280-45 0,109-3 0,-106-4 0,90 10 0,-87-2-682,78 0-1,-121-7-6143</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27T22:28:44.368"/>
    </inkml:context>
    <inkml:brush xml:id="br0">
      <inkml:brushProperty name="width" value="0.1" units="cm"/>
      <inkml:brushProperty name="height" value="0.1" units="cm"/>
      <inkml:brushProperty name="color" value="#E71224"/>
    </inkml:brush>
  </inkml:definitions>
  <inkml:trace contextRef="#ctx0" brushRef="#br0">0 2 24575,'83'-1'0,"89"3"0,-115 8 0,-41-7 0,0 0 0,22 2 0,508-4 0,-266-3 0,-264 1 0,0 0 0,28-8 0,-27 6 0,1 0 0,19-1 0,255 3 85,-140 2-1535,-134-1-5376</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27T22:31:45.992"/>
    </inkml:context>
    <inkml:brush xml:id="br0">
      <inkml:brushProperty name="width" value="0.1" units="cm"/>
      <inkml:brushProperty name="height" value="0.1" units="cm"/>
      <inkml:brushProperty name="color" value="#E71224"/>
    </inkml:brush>
  </inkml:definitions>
  <inkml:trace contextRef="#ctx0" brushRef="#br0">492 1 24575,'-60'3'0,"0"4"0,1 2 0,0 2 0,-84 28 0,138-37 0,0-1 0,0 1 0,0-1 0,1 1 0,-1 1 0,1-1 0,0 1 0,0 0 0,-1 0 0,2 0 0,-1 0 0,0 1 0,1-1 0,-1 1 0,-2 5 0,2-3 0,2 1 0,-1-1 0,0 1 0,1 0 0,1 0 0,-1 0 0,1 0 0,0 0 0,0 0 0,1 10 0,3 198 0,-3 70 0,-11-158 0,-1 51 0,12 1286 0,13-1273 0,-1-6 0,-13 1494 0,0-1676 0,1 0 0,0-1 0,1 1 0,-1 0 0,0 0 0,1 0 0,-1-1 0,1 1 0,0 0 0,0 0 0,0-1 0,0 1 0,1-1 0,-1 1 0,3 2 0,-2-3 0,1 0 0,0 0 0,-1 0 0,1 0 0,0-1 0,0 1 0,1-1 0,-1 1 0,0-1 0,0 0 0,1-1 0,5 2 0,46 6 0,1-2 0,70-3 0,-6 0 0,-95 0 0,1 1 0,39 12 0,-40-9 0,1-2 0,40 5 0,-50-8 0,0 0 0,-1 1 0,1 1 0,-1 0 0,0 1 0,0 1 0,0 1 0,-1 0 0,0 0 0,0 1 0,-1 1 0,0 1 0,-1 0 0,12 11 0,-16-14-1365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27T22:31:49.246"/>
    </inkml:context>
    <inkml:brush xml:id="br0">
      <inkml:brushProperty name="width" value="0.1" units="cm"/>
      <inkml:brushProperty name="height" value="0.1" units="cm"/>
      <inkml:brushProperty name="color" value="#E71224"/>
    </inkml:brush>
  </inkml:definitions>
  <inkml:trace contextRef="#ctx0" brushRef="#br0">0 2 24575,'184'-1'0,"197"3"0,-311 5 0,91 19 0,-93-12 0,95 5 0,-26-19 0,23 0 0,-95 13-1365,-49-9-5461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27T22:31:56.917"/>
    </inkml:context>
    <inkml:brush xml:id="br0">
      <inkml:brushProperty name="width" value="0.1" units="cm"/>
      <inkml:brushProperty name="height" value="0.1" units="cm"/>
      <inkml:brushProperty name="color" value="#E71224"/>
    </inkml:brush>
  </inkml:definitions>
  <inkml:trace contextRef="#ctx0" brushRef="#br0">1 91 24575,'1'0'0,"53"0"0,1-1 0,59-11 0,-89 7 0,30-5 0,0 2 0,77-1 0,-102 8 0,-1-2 0,32-7 0,-11 2 0,5-2 0,-36 6 0,0 0 0,31-1 0,281 4 93,-151 2-1551,-161-1-5368</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27T22:32:01.625"/>
    </inkml:context>
    <inkml:brush xml:id="br0">
      <inkml:brushProperty name="width" value="0.1" units="cm"/>
      <inkml:brushProperty name="height" value="0.1" units="cm"/>
      <inkml:brushProperty name="color" value="#E71224"/>
    </inkml:brush>
  </inkml:definitions>
  <inkml:trace contextRef="#ctx0" brushRef="#br0">1 46 24575,'11'0'0,"0"2"0,0-1 0,12 5 0,20 2 0,221-2 0,-170-7 0,-69-1 0,0 0 0,28-7 0,4-1 0,2 2 0,-17 2 0,61-2 0,-67 7 0,0 0 0,53-10 0,-49 6-65,0 1 0,73 4 0,-62 0-1105,-32 0-5656</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27T22:32:52.961"/>
    </inkml:context>
    <inkml:brush xml:id="br0">
      <inkml:brushProperty name="width" value="0.035" units="cm"/>
      <inkml:brushProperty name="height" value="0.035" units="cm"/>
      <inkml:brushProperty name="color" value="#E71224"/>
    </inkml:brush>
  </inkml:definitions>
  <inkml:trace contextRef="#ctx0" brushRef="#br0">0 89 24575,'78'1'0,"85"-3"0,-65-12 0,-75 10 0,44-13 0,-46 10 0,1 2 0,29-5 0,-25 7 0,132-7 0,-139 10 0,50 1 0,111-13 0,-132 8 0,1 1 0,52 5 0,-17 0 0,-65-1 0,-1 1 0,0 1 0,20 5 0,-18-3 0,-1-1 0,32 2 0,22-7 0,38 1 0,-36 15 0,-58-11 0,1 0 0,0-1 0,26 1 0,-32-4 0,9-1 0,0 1 0,0 1 0,0 1 0,0 1 0,24 7 0,-15-2 0,1-2 0,51 3 0,-64-7 0,54 1 0,-47-3 0,0 2 0,0 0 0,28 7 0,1 2 0,1-3 0,55 2 0,-76-7 0,51 14 0,-58-10 0,0-2 0,1-1 0,36 1 0,-4-2 0,83 14 0,-109-12 0,40 4 0,115 0 0,-142-10 0,25 2 0,-1-4 0,82-14 0,52-8 0,-110 15 0,434-7 0,-395 17 0,-31-8 0,-32 1 0,-43 4 0,34-7 0,-39 4 0,1 2 0,39-1 0,-42 4 0,-1-1 0,38-9 0,-37 6 0,0 2 0,38-3 0,68 12 0,-75-2 0,82-4 0,452-72 0,-509 61 0,108-3 0,80 15 0,-104 1 0,-97 1 0,-1 2 0,1 3 0,70 18 0,-88-15 0,0-3 0,1-2 0,0-2 0,0-2 0,48-5 0,-82 1-1365,-4-1-5461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27T22:29:52.019"/>
    </inkml:context>
    <inkml:brush xml:id="br0">
      <inkml:brushProperty name="width" value="0.1" units="cm"/>
      <inkml:brushProperty name="height" value="0.1" units="cm"/>
      <inkml:brushProperty name="color" value="#E71224"/>
    </inkml:brush>
  </inkml:definitions>
  <inkml:trace contextRef="#ctx0" brushRef="#br0">1294 1 24575,'-290'13'0,"-112"33"0,257-37 0,104-8 0,-1 1 0,1 3 0,-68 15 0,60-12 0,42-8 0,0 0 0,-1 1 0,1 0 0,0 1 0,0 0 0,0 0 0,0 0 0,0 1 0,0 0 0,1 0 0,-7 5 0,11-6 0,0 0 0,0 1 0,0 0 0,1 0 0,-1-1 0,1 1 0,-1 0 0,1 0 0,0 0 0,0 1 0,0-1 0,1 0 0,-1 6 0,0 48 0,2-40 0,2 669 0,-5-661 0,-1 0 0,-10 44 0,5-33 0,0 4 0,-4 15 0,3 0 0,-5 103 0,15 496 0,2-618 0,1 1 0,2-1 0,1 0 0,19 56 0,-14-56 0,-3-1 0,0 1 0,-3 1 0,4 53 0,-10-86 0,11 219 0,-4-169 0,26 155 0,-15-80 0,-3-14 0,-3-43 0,-3-1 0,-4 2 0,-5 119 0,-11-100 0,5-61 0,-1 49 0,7-53 0,1 14 0,-3 0 0,-9 59 0,-1-35 0,2 1 0,0 114 0,8-69 0,5 86 0,-3-195 0,0 1 0,1-1 0,-1 0 0,1 1 0,0-1 0,0 0 0,-1 1 0,2-1 0,-1 0 0,0 0 0,0 0 0,1 1 0,-1-1 0,1-1 0,-1 1 0,1 0 0,0 0 0,0-1 0,0 1 0,0-1 0,0 1 0,0-1 0,0 0 0,1 0 0,-1 0 0,0 0 0,0 0 0,1-1 0,-1 1 0,1-1 0,2 1 0,10 0 0,-1 0 0,1 0 0,0-2 0,18-2 0,0 0 0,526 0 0,-301 5 0,-235-3 0,0-2 0,32-6 0,8-2 0,-1 2 0,-23 3 0,61-1 0,-56 7-1365,-25 0-5461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27T22:29:59.376"/>
    </inkml:context>
    <inkml:brush xml:id="br0">
      <inkml:brushProperty name="width" value="0.1" units="cm"/>
      <inkml:brushProperty name="height" value="0.1" units="cm"/>
      <inkml:brushProperty name="color" value="#E71224"/>
    </inkml:brush>
  </inkml:definitions>
  <inkml:trace contextRef="#ctx0" brushRef="#br0">452 2 24575,'-95'-2'0,"-104"5"0,188-2 0,1 2 0,-1-1 0,1 1 0,-1 1 0,-18 9 0,-2 0 0,28-11 0,0 0 0,0-1 0,1 1 0,-1 0 0,1 0 0,-1 1 0,1-1 0,0 0 0,0 1 0,0-1 0,0 1 0,0 0 0,0 0 0,1 0 0,-1 0 0,1 0 0,0 0 0,0 0 0,0 0 0,1 0 0,-1 1 0,0 4 0,-1 11 0,1 0 0,3 34 0,-1-26 0,12 138 0,0-3 0,-8 9 0,35 220 0,0-14 0,-34-247 0,13 119 0,37 34 0,-40-208 0,-6-24 0,-4 1 0,2 74 0,-15 103 0,4-202 0,-1 1 0,-1-1 0,-18 51 0,1-4 0,16-42 0,2 0 0,1 0 0,2 0 0,4 53 0,0-5 0,-4-31 0,2 54 0,0-99 0,-1 0 0,1 0 0,0 0 0,0-1 0,0 1 0,1 0 0,-1-1 0,1 1 0,0-1 0,0 1 0,0-1 0,0 0 0,1 0 0,-1 0 0,1 0 0,0 0 0,0-1 0,0 1 0,0-1 0,0 0 0,1 0 0,-1 0 0,1 0 0,5 2 0,8 2 0,0-1 0,0-1 0,1 0 0,21 1 0,-8-1 0,10 0-360,80-1 0,-104-3-285,2 0-6181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27T22:33:36.314"/>
    </inkml:context>
    <inkml:brush xml:id="br0">
      <inkml:brushProperty name="width" value="0.035" units="cm"/>
      <inkml:brushProperty name="height" value="0.035" units="cm"/>
      <inkml:brushProperty name="color" value="#E71224"/>
    </inkml:brush>
  </inkml:definitions>
  <inkml:trace contextRef="#ctx0" brushRef="#br0">1 88 24575,'37'2'0,"47"7"0,17 3 0,22-1 0,25 1 0,-110-10 0,-1 2 0,52 12 0,-52-8 0,1-2 0,56 2 0,373-9 0,-444 0 0,-1-1 0,26-6 0,-24 3 0,38-1 0,14 5 0,-33 2 0,-1-3 0,64-9 0,-78 7 0,0 1 0,36 2 0,-37 1 0,-1-1 0,46-8 0,107-19 0,-118 21 0,1 2 0,104 7 0,-53 0 0,489-2 0,-471-11 0,-9-1 0,741 11 0,-418 3 0,-325-1 0,139-3 0,-216-2 0,57-14 0,-59 10 0,71-6 0,18 2-5,-79 7-1355,-25 2-5466</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27T22:33:52.128"/>
    </inkml:context>
    <inkml:brush xml:id="br0">
      <inkml:brushProperty name="width" value="0.035" units="cm"/>
      <inkml:brushProperty name="height" value="0.035" units="cm"/>
      <inkml:brushProperty name="color" value="#E71224"/>
    </inkml:brush>
  </inkml:definitions>
  <inkml:trace contextRef="#ctx0" brushRef="#br0">1 91 24575,'506'-37'0,"-186"7"0,262 7 0,-578 23 0,4-1 0,0 2 0,0-1 0,0 1 0,-1 0 0,1 0 0,9 3 0,-14-3 0,-1 1 0,0-1 0,0 0 0,0 0 0,0 1 0,0 0 0,0-1 0,0 1 0,0 0 0,-1 0 0,1 0 0,-1 0 0,1 0 0,-1 0 0,0 0 0,0 0 0,0 0 0,0 1 0,0-1 0,0 1 0,-1-1 0,1 0 0,-1 1 0,1 3 0,0 11 0,0 1 0,-1 0 0,-1-1 0,-5 27 0,-18 72 0,15-80 0,-20 65 0,-72 167 0,66-181 0,25-50 0,8-29 0,1-1 0,-1 1 0,-1-1 0,-4 9 0,6-14 0,0 0 0,0 0 0,0 0 0,-1-1 0,1 1 0,0 0 0,-1-1 0,0 1 0,1-1 0,-1 0 0,0 1 0,0-1 0,0 0 0,0 0 0,0 0 0,0 0 0,0-1 0,0 1 0,-3 0 0,-30 4 0,0-2 0,-1-2 0,-60-4 0,14-1 0,-572 3-1365,629 1-5461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27T22:34:29.432"/>
    </inkml:context>
    <inkml:brush xml:id="br0">
      <inkml:brushProperty name="width" value="0.035" units="cm"/>
      <inkml:brushProperty name="height" value="0.035" units="cm"/>
      <inkml:brushProperty name="color" value="#E71224"/>
    </inkml:brush>
  </inkml:definitions>
  <inkml:trace contextRef="#ctx0" brushRef="#br0">0 202 24575,'815'0'0,"-770"2"0,54 10 0,-30-3 0,-5 0 0,-34-3 0,52 1 0,944-8 0,-1002 0 0,0-2 0,23-4 0,-21 2 0,40-2 0,-35 7 0,168-13 0,-105 6 0,-70 6 0,0-1 0,0 0 0,0-2 0,37-10 0,-35 6 0,0 2 0,1 1 0,34-2 0,-34 4 0,0 0 0,-1-2 0,36-11 0,-27 6 0,1 1 0,56-5 0,34 8 0,1-1 0,2-5 0,-69 8 0,73-15 0,-78 8 0,1 4 0,62-1 0,115 8 0,-87 3 0,982-3 0,-987-12 0,-12 1 0,411 12 0,-507 1 0,0 1 0,0 3 0,0 0 0,43 15 0,23 5 0,-64-17 0,0 3 0,52 23 0,-54-19 0,2-3 0,57 16 0,193 19 0,-209-37 0,-34-7 0,0-2 0,-1-2 0,81-10 0,-73 5 0,252-24 0,-171 10-1365,-109 17-5461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27T22:34:39.161"/>
    </inkml:context>
    <inkml:brush xml:id="br0">
      <inkml:brushProperty name="width" value="0.035" units="cm"/>
      <inkml:brushProperty name="height" value="0.035" units="cm"/>
      <inkml:brushProperty name="color" value="#E71224"/>
    </inkml:brush>
  </inkml:definitions>
  <inkml:trace contextRef="#ctx0" brushRef="#br0">786 60 24575,'-113'2'0,"-124"-4"0,64-19 0,143 18 0,0-1 0,-36-10 0,-21-3 0,85 17 0,0 0 0,1 0 0,-1 0 0,0 0 0,1 0 0,-1 0 0,1 0 0,-1 1 0,0-1 0,1 0 0,-1 1 0,1-1 0,-1 1 0,1 0 0,-1-1 0,1 1 0,0 0 0,-1 0 0,1 0 0,0 0 0,0 0 0,-1 0 0,1 1 0,0-1 0,0 0 0,0 0 0,1 1 0,-1-1 0,0 1 0,0-1 0,1 1 0,-1-1 0,1 1 0,-1-1 0,1 3 0,-2 6 0,0 0 0,1 0 0,1 1 0,0 15 0,1-11 0,2 79 0,4 0 0,24 110 0,-24-148 0,-3 0 0,-5 106 0,-1-57 0,2 720 0,0-822 0,0 1 0,0-1 0,0 0 0,0 1 0,1-1 0,0 0 0,-1 1 0,1-1 0,1 0 0,-1 0 0,0 0 0,1 0 0,-1 0 0,1 0 0,0 0 0,0 0 0,0-1 0,0 1 0,1-1 0,-1 1 0,1-1 0,-1 0 0,1 0 0,0 0 0,0 0 0,0-1 0,0 1 0,0-1 0,0 0 0,0 0 0,1 0 0,3 1 0,70 22 0,2-4 0,0-3 0,1-3 0,156 5 0,-46-19 0,234 13 0,-113-4-1365,-293-9-5461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27T22:34:58.124"/>
    </inkml:context>
    <inkml:brush xml:id="br0">
      <inkml:brushProperty name="width" value="0.035" units="cm"/>
      <inkml:brushProperty name="height" value="0.035" units="cm"/>
      <inkml:brushProperty name="color" value="#E71224"/>
    </inkml:brush>
  </inkml:definitions>
  <inkml:trace contextRef="#ctx0" brushRef="#br0">718 0 24575,'-45'3'0,"1"1"0,0 3 0,-64 17 0,14-3 0,-83 2 0,19 8 0,156-31 0,-1 1 0,1 0 0,-1 0 0,1 0 0,0 0 0,-1 0 0,1 0 0,0 1 0,0-1 0,0 1 0,0-1 0,0 1 0,0 0 0,0 0 0,0 0 0,1 0 0,-1 0 0,1 0 0,0 0 0,0 1 0,-1-1 0,1 0 0,1 1 0,-1-1 0,0 1 0,1-1 0,-1 1 0,1-1 0,0 1 0,0 5 0,-1 8 0,2 1 0,0 0 0,5 27 0,-3-25 0,6 29 0,24 72 0,-18-73 0,12 76 0,-26-118 0,0 0 0,0 0 0,0 0 0,0 0 0,1 0 0,0 0 0,0 0 0,0-1 0,1 1 0,-1-1 0,1 1 0,0-1 0,0 0 0,1 0 0,-1-1 0,8 7 0,-2-4 0,0-1 0,0 0 0,1-1 0,-1 0 0,1 0 0,0-1 0,14 3 0,11 0 0,43 4 0,-47-8 0,0 2 0,39 10 0,-30-2 0,1-2 0,0-2 0,1-2 0,83 1 0,-81-7-1365,-25 0-5461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27T22:35:23.291"/>
    </inkml:context>
    <inkml:brush xml:id="br0">
      <inkml:brushProperty name="width" value="0.035" units="cm"/>
      <inkml:brushProperty name="height" value="0.035" units="cm"/>
      <inkml:brushProperty name="color" value="#E71224"/>
    </inkml:brush>
  </inkml:definitions>
  <inkml:trace contextRef="#ctx0" brushRef="#br0">515 1 24575,'-13'0'0,"1"1"0,-1 1 0,1 0 0,0 0 0,0 1 0,0 1 0,0 0 0,1 1 0,-16 8 0,-5 6 0,-52 41 0,53-36 0,-52 30 0,73-49 0,0 1 0,1 1 0,-1 0 0,2 0 0,-1 0 0,1 1 0,0 1 0,0-1 0,1 1 0,0 1 0,1-1 0,0 1 0,-7 14 0,7-7 0,0-1 0,2 1 0,-1 0 0,2 0 0,0 1 0,1-1 0,1 1 0,1 18 0,1 17 0,-1-2 0,2 0 0,10 62 0,-6-77 0,0 53 0,-5-61 0,1 0 0,1 0 0,12 51 0,-3-31 0,-3 0 0,5 57 0,-9-62 0,23 129 0,-9-62 0,-14-85 0,2 0 0,14 37 0,-13-43 0,-2 0 0,0 1 0,-1 0 0,0-1 0,1 25 0,-6-40 0,0 0 0,0-1 0,0 1 0,1 0 0,0-1 0,0 1 0,0-1 0,0 1 0,0-1 0,1 1 0,-1-1 0,4 5 0,-3-6 0,0 0 0,0 0 0,1-1 0,-1 1 0,0 0 0,1-1 0,-1 0 0,1 0 0,-1 0 0,1 0 0,0 0 0,-1 0 0,1-1 0,0 1 0,0-1 0,0 1 0,3-1 0,187-2 0,-70 0 0,-105 1 0,1-1 0,28-7 0,-27 5 0,40-3 0,55-4 112,7 0-1589,-103 11-5349</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DBB8A4-3176-4BD7-B306-7CA2D79B1C24}" type="datetimeFigureOut">
              <a:rPr lang="en-US" smtClean="0"/>
              <a:t>3/30/2025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37AB30-8C2D-4F1A-9CBE-866C1A2E0CF9}" type="slidenum">
              <a:rPr lang="en-US" smtClean="0"/>
              <a:t>‹#›</a:t>
            </a:fld>
            <a:endParaRPr lang="en-US"/>
          </a:p>
        </p:txBody>
      </p:sp>
    </p:spTree>
    <p:extLst>
      <p:ext uri="{BB962C8B-B14F-4D97-AF65-F5344CB8AC3E}">
        <p14:creationId xmlns:p14="http://schemas.microsoft.com/office/powerpoint/2010/main" val="500775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4C37AB30-8C2D-4F1A-9CBE-866C1A2E0CF9}" type="slidenum">
              <a:rPr lang="en-US" smtClean="0"/>
              <a:t>1</a:t>
            </a:fld>
            <a:endParaRPr lang="en-US"/>
          </a:p>
        </p:txBody>
      </p:sp>
    </p:spTree>
    <p:extLst>
      <p:ext uri="{BB962C8B-B14F-4D97-AF65-F5344CB8AC3E}">
        <p14:creationId xmlns:p14="http://schemas.microsoft.com/office/powerpoint/2010/main" val="30346141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37AB30-8C2D-4F1A-9CBE-866C1A2E0CF9}" type="slidenum">
              <a:rPr lang="en-US" smtClean="0"/>
              <a:t>2</a:t>
            </a:fld>
            <a:endParaRPr lang="en-US"/>
          </a:p>
        </p:txBody>
      </p:sp>
    </p:spTree>
    <p:extLst>
      <p:ext uri="{BB962C8B-B14F-4D97-AF65-F5344CB8AC3E}">
        <p14:creationId xmlns:p14="http://schemas.microsoft.com/office/powerpoint/2010/main" val="5606042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37AB30-8C2D-4F1A-9CBE-866C1A2E0CF9}" type="slidenum">
              <a:rPr lang="en-US" smtClean="0"/>
              <a:t>3</a:t>
            </a:fld>
            <a:endParaRPr lang="en-US"/>
          </a:p>
        </p:txBody>
      </p:sp>
    </p:spTree>
    <p:extLst>
      <p:ext uri="{BB962C8B-B14F-4D97-AF65-F5344CB8AC3E}">
        <p14:creationId xmlns:p14="http://schemas.microsoft.com/office/powerpoint/2010/main" val="12024622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37AB30-8C2D-4F1A-9CBE-866C1A2E0CF9}" type="slidenum">
              <a:rPr lang="en-US" smtClean="0"/>
              <a:t>4</a:t>
            </a:fld>
            <a:endParaRPr lang="en-US"/>
          </a:p>
        </p:txBody>
      </p:sp>
    </p:spTree>
    <p:extLst>
      <p:ext uri="{BB962C8B-B14F-4D97-AF65-F5344CB8AC3E}">
        <p14:creationId xmlns:p14="http://schemas.microsoft.com/office/powerpoint/2010/main" val="530338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37AB30-8C2D-4F1A-9CBE-866C1A2E0CF9}" type="slidenum">
              <a:rPr lang="en-US" smtClean="0"/>
              <a:t>5</a:t>
            </a:fld>
            <a:endParaRPr lang="en-US"/>
          </a:p>
        </p:txBody>
      </p:sp>
    </p:spTree>
    <p:extLst>
      <p:ext uri="{BB962C8B-B14F-4D97-AF65-F5344CB8AC3E}">
        <p14:creationId xmlns:p14="http://schemas.microsoft.com/office/powerpoint/2010/main" val="30895384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endParaRPr lang="en-US" dirty="0"/>
          </a:p>
        </p:txBody>
      </p:sp>
      <p:sp>
        <p:nvSpPr>
          <p:cNvPr id="4" name="Slide Number Placeholder 3"/>
          <p:cNvSpPr>
            <a:spLocks noGrp="1"/>
          </p:cNvSpPr>
          <p:nvPr>
            <p:ph type="sldNum" sz="quarter" idx="5"/>
          </p:nvPr>
        </p:nvSpPr>
        <p:spPr/>
        <p:txBody>
          <a:bodyPr/>
          <a:lstStyle/>
          <a:p>
            <a:fld id="{4C37AB30-8C2D-4F1A-9CBE-866C1A2E0CF9}" type="slidenum">
              <a:rPr lang="en-US" smtClean="0"/>
              <a:t>6</a:t>
            </a:fld>
            <a:endParaRPr lang="en-US"/>
          </a:p>
        </p:txBody>
      </p:sp>
    </p:spTree>
    <p:extLst>
      <p:ext uri="{BB962C8B-B14F-4D97-AF65-F5344CB8AC3E}">
        <p14:creationId xmlns:p14="http://schemas.microsoft.com/office/powerpoint/2010/main" val="3862569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37AB30-8C2D-4F1A-9CBE-866C1A2E0CF9}" type="slidenum">
              <a:rPr lang="en-US" smtClean="0"/>
              <a:t>7</a:t>
            </a:fld>
            <a:endParaRPr lang="en-US"/>
          </a:p>
        </p:txBody>
      </p:sp>
    </p:spTree>
    <p:extLst>
      <p:ext uri="{BB962C8B-B14F-4D97-AF65-F5344CB8AC3E}">
        <p14:creationId xmlns:p14="http://schemas.microsoft.com/office/powerpoint/2010/main" val="14091652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37AB30-8C2D-4F1A-9CBE-866C1A2E0CF9}" type="slidenum">
              <a:rPr lang="en-US" smtClean="0"/>
              <a:t>8</a:t>
            </a:fld>
            <a:endParaRPr lang="en-US"/>
          </a:p>
        </p:txBody>
      </p:sp>
    </p:spTree>
    <p:extLst>
      <p:ext uri="{BB962C8B-B14F-4D97-AF65-F5344CB8AC3E}">
        <p14:creationId xmlns:p14="http://schemas.microsoft.com/office/powerpoint/2010/main" val="37213077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a:p>
        </p:txBody>
      </p:sp>
      <p:sp>
        <p:nvSpPr>
          <p:cNvPr id="4" name="Slide Number Placeholder 3"/>
          <p:cNvSpPr>
            <a:spLocks noGrp="1"/>
          </p:cNvSpPr>
          <p:nvPr>
            <p:ph type="sldNum" sz="quarter" idx="5"/>
          </p:nvPr>
        </p:nvSpPr>
        <p:spPr/>
        <p:txBody>
          <a:bodyPr/>
          <a:lstStyle/>
          <a:p>
            <a:fld id="{4C37AB30-8C2D-4F1A-9CBE-866C1A2E0CF9}" type="slidenum">
              <a:rPr lang="en-US" smtClean="0"/>
              <a:t>9</a:t>
            </a:fld>
            <a:endParaRPr lang="en-US"/>
          </a:p>
        </p:txBody>
      </p:sp>
    </p:spTree>
    <p:extLst>
      <p:ext uri="{BB962C8B-B14F-4D97-AF65-F5344CB8AC3E}">
        <p14:creationId xmlns:p14="http://schemas.microsoft.com/office/powerpoint/2010/main" val="25478154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37AB30-8C2D-4F1A-9CBE-866C1A2E0CF9}" type="slidenum">
              <a:rPr lang="en-US" smtClean="0"/>
              <a:t>10</a:t>
            </a:fld>
            <a:endParaRPr lang="en-US"/>
          </a:p>
        </p:txBody>
      </p:sp>
    </p:spTree>
    <p:extLst>
      <p:ext uri="{BB962C8B-B14F-4D97-AF65-F5344CB8AC3E}">
        <p14:creationId xmlns:p14="http://schemas.microsoft.com/office/powerpoint/2010/main" val="8117406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37AB30-8C2D-4F1A-9CBE-866C1A2E0CF9}" type="slidenum">
              <a:rPr lang="en-US" smtClean="0"/>
              <a:t>11</a:t>
            </a:fld>
            <a:endParaRPr lang="en-US"/>
          </a:p>
        </p:txBody>
      </p:sp>
    </p:spTree>
    <p:extLst>
      <p:ext uri="{BB962C8B-B14F-4D97-AF65-F5344CB8AC3E}">
        <p14:creationId xmlns:p14="http://schemas.microsoft.com/office/powerpoint/2010/main" val="19786066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37AB30-8C2D-4F1A-9CBE-866C1A2E0CF9}" type="slidenum">
              <a:rPr lang="en-US" smtClean="0"/>
              <a:t>12</a:t>
            </a:fld>
            <a:endParaRPr lang="en-US"/>
          </a:p>
        </p:txBody>
      </p:sp>
    </p:spTree>
    <p:extLst>
      <p:ext uri="{BB962C8B-B14F-4D97-AF65-F5344CB8AC3E}">
        <p14:creationId xmlns:p14="http://schemas.microsoft.com/office/powerpoint/2010/main" val="20460535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37AB30-8C2D-4F1A-9CBE-866C1A2E0CF9}" type="slidenum">
              <a:rPr lang="en-US" smtClean="0"/>
              <a:t>13</a:t>
            </a:fld>
            <a:endParaRPr lang="en-US"/>
          </a:p>
        </p:txBody>
      </p:sp>
    </p:spTree>
    <p:extLst>
      <p:ext uri="{BB962C8B-B14F-4D97-AF65-F5344CB8AC3E}">
        <p14:creationId xmlns:p14="http://schemas.microsoft.com/office/powerpoint/2010/main" val="33527242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37AB30-8C2D-4F1A-9CBE-866C1A2E0CF9}" type="slidenum">
              <a:rPr lang="en-US" smtClean="0"/>
              <a:t>14</a:t>
            </a:fld>
            <a:endParaRPr lang="en-US"/>
          </a:p>
        </p:txBody>
      </p:sp>
    </p:spTree>
    <p:extLst>
      <p:ext uri="{BB962C8B-B14F-4D97-AF65-F5344CB8AC3E}">
        <p14:creationId xmlns:p14="http://schemas.microsoft.com/office/powerpoint/2010/main" val="9756725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37AB30-8C2D-4F1A-9CBE-866C1A2E0CF9}" type="slidenum">
              <a:rPr lang="en-US" smtClean="0"/>
              <a:t>15</a:t>
            </a:fld>
            <a:endParaRPr lang="en-US"/>
          </a:p>
        </p:txBody>
      </p:sp>
    </p:spTree>
    <p:extLst>
      <p:ext uri="{BB962C8B-B14F-4D97-AF65-F5344CB8AC3E}">
        <p14:creationId xmlns:p14="http://schemas.microsoft.com/office/powerpoint/2010/main" val="22633886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37AB30-8C2D-4F1A-9CBE-866C1A2E0CF9}" type="slidenum">
              <a:rPr lang="en-US" smtClean="0"/>
              <a:t>16</a:t>
            </a:fld>
            <a:endParaRPr lang="en-US"/>
          </a:p>
        </p:txBody>
      </p:sp>
    </p:spTree>
    <p:extLst>
      <p:ext uri="{BB962C8B-B14F-4D97-AF65-F5344CB8AC3E}">
        <p14:creationId xmlns:p14="http://schemas.microsoft.com/office/powerpoint/2010/main" val="18293463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37AB30-8C2D-4F1A-9CBE-866C1A2E0CF9}" type="slidenum">
              <a:rPr lang="en-US" smtClean="0"/>
              <a:t>17</a:t>
            </a:fld>
            <a:endParaRPr lang="en-US"/>
          </a:p>
        </p:txBody>
      </p:sp>
    </p:spTree>
    <p:extLst>
      <p:ext uri="{BB962C8B-B14F-4D97-AF65-F5344CB8AC3E}">
        <p14:creationId xmlns:p14="http://schemas.microsoft.com/office/powerpoint/2010/main" val="3139758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37AB30-8C2D-4F1A-9CBE-866C1A2E0CF9}" type="slidenum">
              <a:rPr lang="en-US" smtClean="0"/>
              <a:t>18</a:t>
            </a:fld>
            <a:endParaRPr lang="en-US"/>
          </a:p>
        </p:txBody>
      </p:sp>
    </p:spTree>
    <p:extLst>
      <p:ext uri="{BB962C8B-B14F-4D97-AF65-F5344CB8AC3E}">
        <p14:creationId xmlns:p14="http://schemas.microsoft.com/office/powerpoint/2010/main" val="18682955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endParaRPr lang="en-IN" dirty="0"/>
          </a:p>
        </p:txBody>
      </p:sp>
      <p:sp>
        <p:nvSpPr>
          <p:cNvPr id="4" name="Slide Number Placeholder 3"/>
          <p:cNvSpPr>
            <a:spLocks noGrp="1"/>
          </p:cNvSpPr>
          <p:nvPr>
            <p:ph type="sldNum" sz="quarter" idx="5"/>
          </p:nvPr>
        </p:nvSpPr>
        <p:spPr/>
        <p:txBody>
          <a:bodyPr/>
          <a:lstStyle/>
          <a:p>
            <a:fld id="{4C37AB30-8C2D-4F1A-9CBE-866C1A2E0CF9}" type="slidenum">
              <a:rPr lang="en-US" smtClean="0"/>
              <a:t>19</a:t>
            </a:fld>
            <a:endParaRPr lang="en-US"/>
          </a:p>
        </p:txBody>
      </p:sp>
    </p:spTree>
    <p:extLst>
      <p:ext uri="{BB962C8B-B14F-4D97-AF65-F5344CB8AC3E}">
        <p14:creationId xmlns:p14="http://schemas.microsoft.com/office/powerpoint/2010/main" val="25559460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5"/>
          </p:nvPr>
        </p:nvSpPr>
        <p:spPr/>
        <p:txBody>
          <a:bodyPr/>
          <a:lstStyle/>
          <a:p>
            <a:fld id="{4C37AB30-8C2D-4F1A-9CBE-866C1A2E0CF9}" type="slidenum">
              <a:rPr lang="en-US" smtClean="0"/>
              <a:t>20</a:t>
            </a:fld>
            <a:endParaRPr lang="en-US"/>
          </a:p>
        </p:txBody>
      </p:sp>
    </p:spTree>
    <p:extLst>
      <p:ext uri="{BB962C8B-B14F-4D97-AF65-F5344CB8AC3E}">
        <p14:creationId xmlns:p14="http://schemas.microsoft.com/office/powerpoint/2010/main" val="38489616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5"/>
          </p:nvPr>
        </p:nvSpPr>
        <p:spPr/>
        <p:txBody>
          <a:bodyPr/>
          <a:lstStyle/>
          <a:p>
            <a:fld id="{4C37AB30-8C2D-4F1A-9CBE-866C1A2E0CF9}" type="slidenum">
              <a:rPr lang="en-US" smtClean="0"/>
              <a:t>21</a:t>
            </a:fld>
            <a:endParaRPr lang="en-US"/>
          </a:p>
        </p:txBody>
      </p:sp>
    </p:spTree>
    <p:extLst>
      <p:ext uri="{BB962C8B-B14F-4D97-AF65-F5344CB8AC3E}">
        <p14:creationId xmlns:p14="http://schemas.microsoft.com/office/powerpoint/2010/main" val="36129281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endParaRPr lang="en-IN" dirty="0"/>
          </a:p>
        </p:txBody>
      </p:sp>
      <p:sp>
        <p:nvSpPr>
          <p:cNvPr id="4" name="Slide Number Placeholder 3"/>
          <p:cNvSpPr>
            <a:spLocks noGrp="1"/>
          </p:cNvSpPr>
          <p:nvPr>
            <p:ph type="sldNum" sz="quarter" idx="5"/>
          </p:nvPr>
        </p:nvSpPr>
        <p:spPr/>
        <p:txBody>
          <a:bodyPr/>
          <a:lstStyle/>
          <a:p>
            <a:fld id="{4C37AB30-8C2D-4F1A-9CBE-866C1A2E0CF9}" type="slidenum">
              <a:rPr lang="en-US" smtClean="0"/>
              <a:t>22</a:t>
            </a:fld>
            <a:endParaRPr lang="en-US"/>
          </a:p>
        </p:txBody>
      </p:sp>
    </p:spTree>
    <p:extLst>
      <p:ext uri="{BB962C8B-B14F-4D97-AF65-F5344CB8AC3E}">
        <p14:creationId xmlns:p14="http://schemas.microsoft.com/office/powerpoint/2010/main" val="32079866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C37AB30-8C2D-4F1A-9CBE-866C1A2E0CF9}" type="slidenum">
              <a:rPr lang="en-US" smtClean="0"/>
              <a:t>23</a:t>
            </a:fld>
            <a:endParaRPr lang="en-US"/>
          </a:p>
        </p:txBody>
      </p:sp>
    </p:spTree>
    <p:extLst>
      <p:ext uri="{BB962C8B-B14F-4D97-AF65-F5344CB8AC3E}">
        <p14:creationId xmlns:p14="http://schemas.microsoft.com/office/powerpoint/2010/main" val="12692038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C37AB30-8C2D-4F1A-9CBE-866C1A2E0CF9}" type="slidenum">
              <a:rPr lang="en-US" smtClean="0"/>
              <a:t>24</a:t>
            </a:fld>
            <a:endParaRPr lang="en-US"/>
          </a:p>
        </p:txBody>
      </p:sp>
    </p:spTree>
    <p:extLst>
      <p:ext uri="{BB962C8B-B14F-4D97-AF65-F5344CB8AC3E}">
        <p14:creationId xmlns:p14="http://schemas.microsoft.com/office/powerpoint/2010/main" val="32799943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C37AB30-8C2D-4F1A-9CBE-866C1A2E0CF9}" type="slidenum">
              <a:rPr lang="en-US" smtClean="0"/>
              <a:t>25</a:t>
            </a:fld>
            <a:endParaRPr lang="en-US"/>
          </a:p>
        </p:txBody>
      </p:sp>
    </p:spTree>
    <p:extLst>
      <p:ext uri="{BB962C8B-B14F-4D97-AF65-F5344CB8AC3E}">
        <p14:creationId xmlns:p14="http://schemas.microsoft.com/office/powerpoint/2010/main" val="6909398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4818218-CB5F-4D76-8036-1AEA95123F1B}" type="datetime1">
              <a:rPr lang="en-US" smtClean="0"/>
              <a:t>3/30/2025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F43B3212-AB51-4C32-B91B-7DEDCE5605D3}" type="slidenum">
              <a:rPr lang="en-US" smtClean="0"/>
              <a:t>‹#›</a:t>
            </a:fld>
            <a:endParaRPr lang="en-US"/>
          </a:p>
        </p:txBody>
      </p:sp>
    </p:spTree>
    <p:extLst>
      <p:ext uri="{BB962C8B-B14F-4D97-AF65-F5344CB8AC3E}">
        <p14:creationId xmlns:p14="http://schemas.microsoft.com/office/powerpoint/2010/main" val="18599657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A9ECD0-CE42-43F3-9ACE-3363321D2F05}" type="datetime1">
              <a:rPr lang="en-US" smtClean="0"/>
              <a:t>3/30/2025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F43B3212-AB51-4C32-B91B-7DEDCE5605D3}" type="slidenum">
              <a:rPr lang="en-US" smtClean="0"/>
              <a:t>‹#›</a:t>
            </a:fld>
            <a:endParaRPr lang="en-US"/>
          </a:p>
        </p:txBody>
      </p:sp>
    </p:spTree>
    <p:extLst>
      <p:ext uri="{BB962C8B-B14F-4D97-AF65-F5344CB8AC3E}">
        <p14:creationId xmlns:p14="http://schemas.microsoft.com/office/powerpoint/2010/main" val="6973044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65A772-E843-425D-BA19-4DC8510084ED}" type="datetime1">
              <a:rPr lang="en-US" smtClean="0"/>
              <a:t>3/30/2025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F43B3212-AB51-4C32-B91B-7DEDCE5605D3}" type="slidenum">
              <a:rPr lang="en-US" smtClean="0"/>
              <a:t>‹#›</a:t>
            </a:fld>
            <a:endParaRPr lang="en-US"/>
          </a:p>
        </p:txBody>
      </p:sp>
    </p:spTree>
    <p:extLst>
      <p:ext uri="{BB962C8B-B14F-4D97-AF65-F5344CB8AC3E}">
        <p14:creationId xmlns:p14="http://schemas.microsoft.com/office/powerpoint/2010/main" val="13884897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A083561-C42F-4791-94F6-2B44E56F22C0}" type="datetime1">
              <a:rPr lang="en-US" smtClean="0"/>
              <a:t>3/30/2025</a:t>
            </a:fld>
            <a:endParaRPr lang="en-US"/>
          </a:p>
        </p:txBody>
      </p:sp>
      <p:sp>
        <p:nvSpPr>
          <p:cNvPr id="6" name="Footer Placeholder 5"/>
          <p:cNvSpPr>
            <a:spLocks noGrp="1"/>
          </p:cNvSpPr>
          <p:nvPr>
            <p:ph type="ftr" sz="quarter" idx="11"/>
          </p:nvPr>
        </p:nvSpPr>
        <p:spPr/>
        <p:txBody>
          <a:bodyPr/>
          <a:lstStyle/>
          <a:p>
            <a:r>
              <a:rPr lang="en-US"/>
              <a:t>Frankfurt University Of Applied Sciences, 2024-25</a:t>
            </a:r>
          </a:p>
        </p:txBody>
      </p:sp>
      <p:sp>
        <p:nvSpPr>
          <p:cNvPr id="7" name="Slide Number Placeholder 6"/>
          <p:cNvSpPr>
            <a:spLocks noGrp="1"/>
          </p:cNvSpPr>
          <p:nvPr>
            <p:ph type="sldNum" sz="quarter" idx="12"/>
          </p:nvPr>
        </p:nvSpPr>
        <p:spPr/>
        <p:txBody>
          <a:bodyPr/>
          <a:lstStyle/>
          <a:p>
            <a:fld id="{F43B3212-AB51-4C32-B91B-7DEDCE5605D3}" type="slidenum">
              <a:rPr lang="en-US" smtClean="0"/>
              <a:t>‹#›</a:t>
            </a:fld>
            <a:endParaRPr lang="en-US"/>
          </a:p>
        </p:txBody>
      </p:sp>
    </p:spTree>
    <p:extLst>
      <p:ext uri="{BB962C8B-B14F-4D97-AF65-F5344CB8AC3E}">
        <p14:creationId xmlns:p14="http://schemas.microsoft.com/office/powerpoint/2010/main" val="41927107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ABF315D-D747-4AB2-A19B-74671E59B9FE}" type="datetime1">
              <a:rPr lang="en-US" smtClean="0"/>
              <a:t>3/30/2025</a:t>
            </a:fld>
            <a:endParaRPr lang="en-US"/>
          </a:p>
        </p:txBody>
      </p:sp>
      <p:sp>
        <p:nvSpPr>
          <p:cNvPr id="8" name="Footer Placeholder 7"/>
          <p:cNvSpPr>
            <a:spLocks noGrp="1"/>
          </p:cNvSpPr>
          <p:nvPr>
            <p:ph type="ftr" sz="quarter" idx="11"/>
          </p:nvPr>
        </p:nvSpPr>
        <p:spPr/>
        <p:txBody>
          <a:bodyPr/>
          <a:lstStyle/>
          <a:p>
            <a:r>
              <a:rPr lang="en-US"/>
              <a:t>Frankfurt University Of Applied Sciences, 2024-25</a:t>
            </a:r>
          </a:p>
        </p:txBody>
      </p:sp>
      <p:sp>
        <p:nvSpPr>
          <p:cNvPr id="9" name="Slide Number Placeholder 8"/>
          <p:cNvSpPr>
            <a:spLocks noGrp="1"/>
          </p:cNvSpPr>
          <p:nvPr>
            <p:ph type="sldNum" sz="quarter" idx="12"/>
          </p:nvPr>
        </p:nvSpPr>
        <p:spPr/>
        <p:txBody>
          <a:bodyPr/>
          <a:lstStyle/>
          <a:p>
            <a:fld id="{F43B3212-AB51-4C32-B91B-7DEDCE5605D3}" type="slidenum">
              <a:rPr lang="en-US" smtClean="0"/>
              <a:t>‹#›</a:t>
            </a:fld>
            <a:endParaRPr lang="en-US"/>
          </a:p>
        </p:txBody>
      </p:sp>
    </p:spTree>
    <p:extLst>
      <p:ext uri="{BB962C8B-B14F-4D97-AF65-F5344CB8AC3E}">
        <p14:creationId xmlns:p14="http://schemas.microsoft.com/office/powerpoint/2010/main" val="1139430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E8DD9A5-568B-4E0D-89C4-20CE8D5E03FF}" type="datetime1">
              <a:rPr lang="en-US" smtClean="0"/>
              <a:t>3/30/2025</a:t>
            </a:fld>
            <a:endParaRPr lang="en-US"/>
          </a:p>
        </p:txBody>
      </p:sp>
      <p:sp>
        <p:nvSpPr>
          <p:cNvPr id="4" name="Footer Placeholder 3"/>
          <p:cNvSpPr>
            <a:spLocks noGrp="1"/>
          </p:cNvSpPr>
          <p:nvPr>
            <p:ph type="ftr" sz="quarter" idx="11"/>
          </p:nvPr>
        </p:nvSpPr>
        <p:spPr/>
        <p:txBody>
          <a:bodyPr/>
          <a:lstStyle/>
          <a:p>
            <a:r>
              <a:rPr lang="en-US"/>
              <a:t>Frankfurt University Of Applied Sciences, 2024-25</a:t>
            </a:r>
          </a:p>
        </p:txBody>
      </p:sp>
      <p:sp>
        <p:nvSpPr>
          <p:cNvPr id="5" name="Slide Number Placeholder 4"/>
          <p:cNvSpPr>
            <a:spLocks noGrp="1"/>
          </p:cNvSpPr>
          <p:nvPr>
            <p:ph type="sldNum" sz="quarter" idx="12"/>
          </p:nvPr>
        </p:nvSpPr>
        <p:spPr/>
        <p:txBody>
          <a:bodyPr/>
          <a:lstStyle/>
          <a:p>
            <a:fld id="{F43B3212-AB51-4C32-B91B-7DEDCE5605D3}" type="slidenum">
              <a:rPr lang="en-US" smtClean="0"/>
              <a:t>‹#›</a:t>
            </a:fld>
            <a:endParaRPr lang="en-US"/>
          </a:p>
        </p:txBody>
      </p:sp>
    </p:spTree>
    <p:extLst>
      <p:ext uri="{BB962C8B-B14F-4D97-AF65-F5344CB8AC3E}">
        <p14:creationId xmlns:p14="http://schemas.microsoft.com/office/powerpoint/2010/main" val="2056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F1E87B-13FE-44F6-B91C-A0BD8C5F4172}" type="datetime1">
              <a:rPr lang="en-US" smtClean="0"/>
              <a:t>3/30/2025</a:t>
            </a:fld>
            <a:endParaRPr lang="en-US"/>
          </a:p>
        </p:txBody>
      </p:sp>
      <p:sp>
        <p:nvSpPr>
          <p:cNvPr id="3" name="Footer Placeholder 2"/>
          <p:cNvSpPr>
            <a:spLocks noGrp="1"/>
          </p:cNvSpPr>
          <p:nvPr>
            <p:ph type="ftr" sz="quarter" idx="11"/>
          </p:nvPr>
        </p:nvSpPr>
        <p:spPr/>
        <p:txBody>
          <a:bodyPr/>
          <a:lstStyle/>
          <a:p>
            <a:r>
              <a:rPr lang="en-US"/>
              <a:t>Frankfurt University Of Applied Sciences, 2024-25</a:t>
            </a:r>
          </a:p>
        </p:txBody>
      </p:sp>
      <p:sp>
        <p:nvSpPr>
          <p:cNvPr id="4" name="Slide Number Placeholder 3"/>
          <p:cNvSpPr>
            <a:spLocks noGrp="1"/>
          </p:cNvSpPr>
          <p:nvPr>
            <p:ph type="sldNum" sz="quarter" idx="12"/>
          </p:nvPr>
        </p:nvSpPr>
        <p:spPr/>
        <p:txBody>
          <a:bodyPr/>
          <a:lstStyle/>
          <a:p>
            <a:fld id="{F43B3212-AB51-4C32-B91B-7DEDCE5605D3}" type="slidenum">
              <a:rPr lang="en-US" smtClean="0"/>
              <a:t>‹#›</a:t>
            </a:fld>
            <a:endParaRPr lang="en-US"/>
          </a:p>
        </p:txBody>
      </p:sp>
    </p:spTree>
    <p:extLst>
      <p:ext uri="{BB962C8B-B14F-4D97-AF65-F5344CB8AC3E}">
        <p14:creationId xmlns:p14="http://schemas.microsoft.com/office/powerpoint/2010/main" val="2393335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1D71A81-786A-4E7A-B2F0-59EFC755B76B}" type="datetime1">
              <a:rPr lang="en-US" smtClean="0"/>
              <a:t>3/30/2025</a:t>
            </a:fld>
            <a:endParaRPr lang="en-US"/>
          </a:p>
        </p:txBody>
      </p:sp>
      <p:sp>
        <p:nvSpPr>
          <p:cNvPr id="6" name="Footer Placeholder 5"/>
          <p:cNvSpPr>
            <a:spLocks noGrp="1"/>
          </p:cNvSpPr>
          <p:nvPr>
            <p:ph type="ftr" sz="quarter" idx="11"/>
          </p:nvPr>
        </p:nvSpPr>
        <p:spPr/>
        <p:txBody>
          <a:bodyPr/>
          <a:lstStyle/>
          <a:p>
            <a:r>
              <a:rPr lang="en-US"/>
              <a:t>Frankfurt University Of Applied Sciences, 2024-25</a:t>
            </a:r>
          </a:p>
        </p:txBody>
      </p:sp>
      <p:sp>
        <p:nvSpPr>
          <p:cNvPr id="7" name="Slide Number Placeholder 6"/>
          <p:cNvSpPr>
            <a:spLocks noGrp="1"/>
          </p:cNvSpPr>
          <p:nvPr>
            <p:ph type="sldNum" sz="quarter" idx="12"/>
          </p:nvPr>
        </p:nvSpPr>
        <p:spPr/>
        <p:txBody>
          <a:bodyPr/>
          <a:lstStyle/>
          <a:p>
            <a:fld id="{F43B3212-AB51-4C32-B91B-7DEDCE5605D3}" type="slidenum">
              <a:rPr lang="en-US" smtClean="0"/>
              <a:t>‹#›</a:t>
            </a:fld>
            <a:endParaRPr lang="en-US"/>
          </a:p>
        </p:txBody>
      </p:sp>
    </p:spTree>
    <p:extLst>
      <p:ext uri="{BB962C8B-B14F-4D97-AF65-F5344CB8AC3E}">
        <p14:creationId xmlns:p14="http://schemas.microsoft.com/office/powerpoint/2010/main" val="3568386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A39609-E01A-4E70-AA00-22A94C837B11}" type="datetime1">
              <a:rPr lang="en-US" smtClean="0"/>
              <a:t>3/30/2025</a:t>
            </a:fld>
            <a:endParaRPr lang="en-US"/>
          </a:p>
        </p:txBody>
      </p:sp>
      <p:sp>
        <p:nvSpPr>
          <p:cNvPr id="6" name="Footer Placeholder 5"/>
          <p:cNvSpPr>
            <a:spLocks noGrp="1"/>
          </p:cNvSpPr>
          <p:nvPr>
            <p:ph type="ftr" sz="quarter" idx="11"/>
          </p:nvPr>
        </p:nvSpPr>
        <p:spPr/>
        <p:txBody>
          <a:bodyPr/>
          <a:lstStyle/>
          <a:p>
            <a:r>
              <a:rPr lang="en-US"/>
              <a:t>Frankfurt University Of Applied Sciences, 2024-25</a:t>
            </a:r>
          </a:p>
        </p:txBody>
      </p:sp>
      <p:sp>
        <p:nvSpPr>
          <p:cNvPr id="7" name="Slide Number Placeholder 6"/>
          <p:cNvSpPr>
            <a:spLocks noGrp="1"/>
          </p:cNvSpPr>
          <p:nvPr>
            <p:ph type="sldNum" sz="quarter" idx="12"/>
          </p:nvPr>
        </p:nvSpPr>
        <p:spPr/>
        <p:txBody>
          <a:bodyPr/>
          <a:lstStyle/>
          <a:p>
            <a:fld id="{F43B3212-AB51-4C32-B91B-7DEDCE5605D3}" type="slidenum">
              <a:rPr lang="en-US" smtClean="0"/>
              <a:t>‹#›</a:t>
            </a:fld>
            <a:endParaRPr lang="en-US"/>
          </a:p>
        </p:txBody>
      </p:sp>
    </p:spTree>
    <p:extLst>
      <p:ext uri="{BB962C8B-B14F-4D97-AF65-F5344CB8AC3E}">
        <p14:creationId xmlns:p14="http://schemas.microsoft.com/office/powerpoint/2010/main" val="42689850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649C71-7C3D-424F-AF6B-97D42BD26762}" type="datetime1">
              <a:rPr lang="en-US" smtClean="0"/>
              <a:t>3/30/2025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F43B3212-AB51-4C32-B91B-7DEDCE5605D3}" type="slidenum">
              <a:rPr lang="en-US" smtClean="0"/>
              <a:t>‹#›</a:t>
            </a:fld>
            <a:endParaRPr lang="en-US"/>
          </a:p>
        </p:txBody>
      </p:sp>
    </p:spTree>
    <p:extLst>
      <p:ext uri="{BB962C8B-B14F-4D97-AF65-F5344CB8AC3E}">
        <p14:creationId xmlns:p14="http://schemas.microsoft.com/office/powerpoint/2010/main" val="335286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11E363-7A57-46AA-AC2C-C926DA347737}" type="datetime1">
              <a:rPr lang="en-US" smtClean="0"/>
              <a:t>3/30/2025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F43B3212-AB51-4C32-B91B-7DEDCE5605D3}"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2774965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84F5455-22B8-4F24-AC43-A19C519205C4}" type="datetime1">
              <a:rPr lang="en-US" smtClean="0"/>
              <a:t>3/30/2025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F43B3212-AB51-4C32-B91B-7DEDCE5605D3}" type="slidenum">
              <a:rPr lang="en-US" smtClean="0"/>
              <a:t>‹#›</a:t>
            </a:fld>
            <a:endParaRPr lang="en-US"/>
          </a:p>
        </p:txBody>
      </p:sp>
    </p:spTree>
    <p:extLst>
      <p:ext uri="{BB962C8B-B14F-4D97-AF65-F5344CB8AC3E}">
        <p14:creationId xmlns:p14="http://schemas.microsoft.com/office/powerpoint/2010/main" val="4907775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892CCD-8611-462E-B0D1-C3EDFD39FF0E}" type="datetime1">
              <a:rPr lang="en-US" smtClean="0"/>
              <a:t>3/30/2025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F43B3212-AB51-4C32-B91B-7DEDCE5605D3}"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8013606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C3E21D-5844-4542-8170-668B419FC751}" type="datetime1">
              <a:rPr lang="en-US" smtClean="0"/>
              <a:t>3/30/2025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F43B3212-AB51-4C32-B91B-7DEDCE5605D3}" type="slidenum">
              <a:rPr lang="en-US" smtClean="0"/>
              <a:t>‹#›</a:t>
            </a:fld>
            <a:endParaRPr lang="en-US"/>
          </a:p>
        </p:txBody>
      </p:sp>
    </p:spTree>
    <p:extLst>
      <p:ext uri="{BB962C8B-B14F-4D97-AF65-F5344CB8AC3E}">
        <p14:creationId xmlns:p14="http://schemas.microsoft.com/office/powerpoint/2010/main" val="38415584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44A918-C31C-4579-8FE2-509384C892EC}" type="datetime1">
              <a:rPr lang="en-US" smtClean="0"/>
              <a:t>3/30/2025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F43B3212-AB51-4C32-B91B-7DEDCE5605D3}" type="slidenum">
              <a:rPr lang="en-US" smtClean="0"/>
              <a:t>‹#›</a:t>
            </a:fld>
            <a:endParaRPr lang="en-US"/>
          </a:p>
        </p:txBody>
      </p:sp>
    </p:spTree>
    <p:extLst>
      <p:ext uri="{BB962C8B-B14F-4D97-AF65-F5344CB8AC3E}">
        <p14:creationId xmlns:p14="http://schemas.microsoft.com/office/powerpoint/2010/main" val="17814849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44130E-8963-4749-B9A8-AAD3EC6E6F5C}" type="datetime1">
              <a:rPr lang="en-US" smtClean="0"/>
              <a:t>3/30/2025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F43B3212-AB51-4C32-B91B-7DEDCE5605D3}" type="slidenum">
              <a:rPr lang="en-US" smtClean="0"/>
              <a:t>‹#›</a:t>
            </a:fld>
            <a:endParaRPr lang="en-US"/>
          </a:p>
        </p:txBody>
      </p:sp>
    </p:spTree>
    <p:extLst>
      <p:ext uri="{BB962C8B-B14F-4D97-AF65-F5344CB8AC3E}">
        <p14:creationId xmlns:p14="http://schemas.microsoft.com/office/powerpoint/2010/main" val="25864646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DC58B79-CB3B-4067-BFD5-4BA2297203B0}" type="datetime1">
              <a:rPr lang="en-US" smtClean="0"/>
              <a:t>3/30/2025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Frankfurt University Of Applied Sciences, 2024-25</a:t>
            </a: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43B3212-AB51-4C32-B91B-7DEDCE5605D3}" type="slidenum">
              <a:rPr lang="en-US" smtClean="0"/>
              <a:t>‹#›</a:t>
            </a:fld>
            <a:endParaRPr lang="en-US"/>
          </a:p>
        </p:txBody>
      </p:sp>
    </p:spTree>
    <p:extLst>
      <p:ext uri="{BB962C8B-B14F-4D97-AF65-F5344CB8AC3E}">
        <p14:creationId xmlns:p14="http://schemas.microsoft.com/office/powerpoint/2010/main" val="3130940665"/>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 id="2147483768" r:id="rId13"/>
    <p:sldLayoutId id="2147483769" r:id="rId14"/>
    <p:sldLayoutId id="2147483770" r:id="rId15"/>
    <p:sldLayoutId id="2147483771" r:id="rId16"/>
  </p:sldLayoutIdLst>
  <p:hf hd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1.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3" Type="http://schemas.openxmlformats.org/officeDocument/2006/relationships/image" Target="../media/image18.png"/><Relationship Id="rId3" Type="http://schemas.openxmlformats.org/officeDocument/2006/relationships/notesSlide" Target="../notesSlides/notesSlide10.xml"/><Relationship Id="rId12" Type="http://schemas.openxmlformats.org/officeDocument/2006/relationships/customXml" Target="../ink/ink3.xml"/><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customXml" Target="../ink/ink1.xml"/><Relationship Id="rId11" Type="http://schemas.openxmlformats.org/officeDocument/2006/relationships/image" Target="../media/image17.png"/><Relationship Id="rId5" Type="http://schemas.openxmlformats.org/officeDocument/2006/relationships/image" Target="../media/image7.png"/><Relationship Id="rId10" Type="http://schemas.openxmlformats.org/officeDocument/2006/relationships/customXml" Target="../ink/ink2.xml"/><Relationship Id="rId4" Type="http://schemas.openxmlformats.org/officeDocument/2006/relationships/image" Target="../media/image1.png"/><Relationship Id="rId9" Type="http://schemas.openxmlformats.org/officeDocument/2006/relationships/image" Target="../media/image160.png"/></Relationships>
</file>

<file path=ppt/slides/_rels/slide11.xml.rels><?xml version="1.0" encoding="UTF-8" standalone="yes"?>
<Relationships xmlns="http://schemas.openxmlformats.org/package/2006/relationships"><Relationship Id="rId13" Type="http://schemas.openxmlformats.org/officeDocument/2006/relationships/customXml" Target="../ink/ink6.xml"/><Relationship Id="rId18" Type="http://schemas.openxmlformats.org/officeDocument/2006/relationships/image" Target="../media/image25.png"/><Relationship Id="rId3" Type="http://schemas.openxmlformats.org/officeDocument/2006/relationships/notesSlide" Target="../notesSlides/notesSlide11.xml"/><Relationship Id="rId7" Type="http://schemas.openxmlformats.org/officeDocument/2006/relationships/customXml" Target="../ink/ink4.xml"/><Relationship Id="rId12" Type="http://schemas.openxmlformats.org/officeDocument/2006/relationships/image" Target="../media/image22.png"/><Relationship Id="rId17" Type="http://schemas.openxmlformats.org/officeDocument/2006/relationships/customXml" Target="../ink/ink8.xml"/><Relationship Id="rId2" Type="http://schemas.openxmlformats.org/officeDocument/2006/relationships/slideLayout" Target="../slideLayouts/slideLayout2.xml"/><Relationship Id="rId16" Type="http://schemas.openxmlformats.org/officeDocument/2006/relationships/image" Target="../media/image24.png"/><Relationship Id="rId1" Type="http://schemas.openxmlformats.org/officeDocument/2006/relationships/tags" Target="../tags/tag5.xml"/><Relationship Id="rId6" Type="http://schemas.openxmlformats.org/officeDocument/2006/relationships/image" Target="../media/image9.png"/><Relationship Id="rId11" Type="http://schemas.openxmlformats.org/officeDocument/2006/relationships/customXml" Target="../ink/ink5.xml"/><Relationship Id="rId5" Type="http://schemas.openxmlformats.org/officeDocument/2006/relationships/image" Target="../media/image1.png"/><Relationship Id="rId15" Type="http://schemas.openxmlformats.org/officeDocument/2006/relationships/customXml" Target="../ink/ink7.xml"/><Relationship Id="rId10" Type="http://schemas.openxmlformats.org/officeDocument/2006/relationships/image" Target="../media/image210.png"/><Relationship Id="rId4" Type="http://schemas.openxmlformats.org/officeDocument/2006/relationships/image" Target="../media/image8.png"/><Relationship Id="rId14" Type="http://schemas.openxmlformats.org/officeDocument/2006/relationships/image" Target="../media/image23.png"/></Relationships>
</file>

<file path=ppt/slides/_rels/slide12.xml.rels><?xml version="1.0" encoding="UTF-8" standalone="yes"?>
<Relationships xmlns="http://schemas.openxmlformats.org/package/2006/relationships"><Relationship Id="rId13" Type="http://schemas.openxmlformats.org/officeDocument/2006/relationships/customXml" Target="../ink/ink11.xml"/><Relationship Id="rId3" Type="http://schemas.openxmlformats.org/officeDocument/2006/relationships/notesSlide" Target="../notesSlides/notesSlide12.xml"/><Relationship Id="rId7" Type="http://schemas.openxmlformats.org/officeDocument/2006/relationships/customXml" Target="../ink/ink9.xml"/><Relationship Id="rId12" Type="http://schemas.openxmlformats.org/officeDocument/2006/relationships/image" Target="../media/image29.png"/><Relationship Id="rId2" Type="http://schemas.openxmlformats.org/officeDocument/2006/relationships/slideLayout" Target="../slideLayouts/slideLayout2.xml"/><Relationship Id="rId16" Type="http://schemas.openxmlformats.org/officeDocument/2006/relationships/image" Target="../media/image31.png"/><Relationship Id="rId1" Type="http://schemas.openxmlformats.org/officeDocument/2006/relationships/tags" Target="../tags/tag6.xml"/><Relationship Id="rId6" Type="http://schemas.openxmlformats.org/officeDocument/2006/relationships/image" Target="../media/image11.png"/><Relationship Id="rId11" Type="http://schemas.openxmlformats.org/officeDocument/2006/relationships/customXml" Target="../ink/ink10.xml"/><Relationship Id="rId5" Type="http://schemas.openxmlformats.org/officeDocument/2006/relationships/image" Target="../media/image1.png"/><Relationship Id="rId15" Type="http://schemas.openxmlformats.org/officeDocument/2006/relationships/customXml" Target="../ink/ink12.xml"/><Relationship Id="rId10" Type="http://schemas.openxmlformats.org/officeDocument/2006/relationships/image" Target="../media/image280.png"/><Relationship Id="rId4" Type="http://schemas.openxmlformats.org/officeDocument/2006/relationships/image" Target="../media/image10.png"/><Relationship Id="rId1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4.xml.rels><?xml version="1.0" encoding="UTF-8" standalone="yes"?>
<Relationships xmlns="http://schemas.openxmlformats.org/package/2006/relationships"><Relationship Id="rId13" Type="http://schemas.openxmlformats.org/officeDocument/2006/relationships/customXml" Target="../ink/ink15.xml"/><Relationship Id="rId3" Type="http://schemas.openxmlformats.org/officeDocument/2006/relationships/notesSlide" Target="../notesSlides/notesSlide14.xml"/><Relationship Id="rId7" Type="http://schemas.openxmlformats.org/officeDocument/2006/relationships/customXml" Target="../ink/ink13.xml"/><Relationship Id="rId12" Type="http://schemas.openxmlformats.org/officeDocument/2006/relationships/image" Target="../media/image350.png"/><Relationship Id="rId2" Type="http://schemas.openxmlformats.org/officeDocument/2006/relationships/slideLayout" Target="../slideLayouts/slideLayout2.xml"/><Relationship Id="rId16" Type="http://schemas.openxmlformats.org/officeDocument/2006/relationships/image" Target="../media/image37.png"/><Relationship Id="rId1" Type="http://schemas.openxmlformats.org/officeDocument/2006/relationships/tags" Target="../tags/tag8.xml"/><Relationship Id="rId6" Type="http://schemas.openxmlformats.org/officeDocument/2006/relationships/image" Target="../media/image13.png"/><Relationship Id="rId11" Type="http://schemas.openxmlformats.org/officeDocument/2006/relationships/customXml" Target="../ink/ink14.xml"/><Relationship Id="rId5" Type="http://schemas.openxmlformats.org/officeDocument/2006/relationships/image" Target="../media/image1.png"/><Relationship Id="rId15" Type="http://schemas.openxmlformats.org/officeDocument/2006/relationships/customXml" Target="../ink/ink16.xml"/><Relationship Id="rId10" Type="http://schemas.openxmlformats.org/officeDocument/2006/relationships/image" Target="../media/image340.png"/><Relationship Id="rId4" Type="http://schemas.openxmlformats.org/officeDocument/2006/relationships/image" Target="../media/image12.png"/><Relationship Id="rId14" Type="http://schemas.openxmlformats.org/officeDocument/2006/relationships/image" Target="../media/image36.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D24174-CC62-4B4F-BF15-49B23275A069}"/>
              </a:ext>
            </a:extLst>
          </p:cNvPr>
          <p:cNvSpPr>
            <a:spLocks noGrp="1"/>
          </p:cNvSpPr>
          <p:nvPr>
            <p:ph type="title"/>
          </p:nvPr>
        </p:nvSpPr>
        <p:spPr>
          <a:xfrm>
            <a:off x="6495493" y="30708"/>
            <a:ext cx="3113727" cy="3362200"/>
          </a:xfrm>
        </p:spPr>
        <p:txBody>
          <a:bodyPr>
            <a:normAutofit/>
          </a:bodyPr>
          <a:lstStyle/>
          <a:p>
            <a:pPr algn="l">
              <a:spcAft>
                <a:spcPts val="1200"/>
              </a:spcAft>
            </a:pPr>
            <a:r>
              <a:rPr lang="en-US" sz="2800" b="1" i="0" dirty="0">
                <a:solidFill>
                  <a:srgbClr val="292929"/>
                </a:solidFill>
                <a:effectLst/>
                <a:latin typeface="Times New Roman" panose="02020603050405020304" pitchFamily="18" charset="0"/>
                <a:cs typeface="Times New Roman" panose="02020603050405020304" pitchFamily="18" charset="0"/>
              </a:rPr>
              <a:t>ML 24/25-06 Implement Temporal Memory Parallel Version</a:t>
            </a:r>
          </a:p>
        </p:txBody>
      </p:sp>
      <p:sp>
        <p:nvSpPr>
          <p:cNvPr id="7" name="Footer Placeholder 6">
            <a:extLst>
              <a:ext uri="{FF2B5EF4-FFF2-40B4-BE49-F238E27FC236}">
                <a16:creationId xmlns:a16="http://schemas.microsoft.com/office/drawing/2014/main" id="{AB37F5CF-90E0-405F-B143-CC4EA599F080}"/>
              </a:ext>
            </a:extLst>
          </p:cNvPr>
          <p:cNvSpPr>
            <a:spLocks noGrp="1"/>
          </p:cNvSpPr>
          <p:nvPr>
            <p:ph type="ftr" sz="quarter" idx="11"/>
          </p:nvPr>
        </p:nvSpPr>
        <p:spPr>
          <a:xfrm>
            <a:off x="569179" y="6287169"/>
            <a:ext cx="6297612" cy="365125"/>
          </a:xfrm>
        </p:spPr>
        <p:txBody>
          <a:bodyPr/>
          <a:lstStyle/>
          <a:p>
            <a:r>
              <a:rPr lang="en-US" dirty="0"/>
              <a:t>Frankfurt University Of Applied Sciences, 2024-25</a:t>
            </a:r>
          </a:p>
        </p:txBody>
      </p:sp>
      <p:pic>
        <p:nvPicPr>
          <p:cNvPr id="5" name="Picture 4">
            <a:extLst>
              <a:ext uri="{FF2B5EF4-FFF2-40B4-BE49-F238E27FC236}">
                <a16:creationId xmlns:a16="http://schemas.microsoft.com/office/drawing/2014/main" id="{A67189B4-6868-4F41-B9EE-B8958D5F41F9}"/>
              </a:ext>
            </a:extLst>
          </p:cNvPr>
          <p:cNvPicPr>
            <a:picLocks noChangeAspect="1"/>
          </p:cNvPicPr>
          <p:nvPr/>
        </p:nvPicPr>
        <p:blipFill rotWithShape="1">
          <a:blip r:embed="rId3"/>
          <a:srcRect t="16364" r="2" b="767"/>
          <a:stretch/>
        </p:blipFill>
        <p:spPr>
          <a:xfrm>
            <a:off x="10174940" y="20055"/>
            <a:ext cx="2017059" cy="867938"/>
          </a:xfrm>
          <a:prstGeom prst="rect">
            <a:avLst/>
          </a:prstGeom>
        </p:spPr>
      </p:pic>
      <p:sp>
        <p:nvSpPr>
          <p:cNvPr id="6" name="TextBox 5">
            <a:extLst>
              <a:ext uri="{FF2B5EF4-FFF2-40B4-BE49-F238E27FC236}">
                <a16:creationId xmlns:a16="http://schemas.microsoft.com/office/drawing/2014/main" id="{9D7CBD06-74FB-4919-ABC5-44A91781FAB5}"/>
              </a:ext>
            </a:extLst>
          </p:cNvPr>
          <p:cNvSpPr txBox="1"/>
          <p:nvPr/>
        </p:nvSpPr>
        <p:spPr>
          <a:xfrm>
            <a:off x="6507432" y="3506777"/>
            <a:ext cx="5692588" cy="1200329"/>
          </a:xfrm>
          <a:prstGeom prst="rect">
            <a:avLst/>
          </a:prstGeom>
          <a:noFill/>
        </p:spPr>
        <p:txBody>
          <a:bodyPr wrap="square" lIns="91440" tIns="45720" rIns="91440" bIns="45720" rtlCol="0" anchor="t">
            <a:spAutoFit/>
          </a:bodyPr>
          <a:lstStyle/>
          <a:p>
            <a:r>
              <a:rPr lang="en-US" b="1" dirty="0">
                <a:latin typeface="Times New Roman" panose="02020603050405020304" pitchFamily="18" charset="0"/>
                <a:cs typeface="Times New Roman" panose="02020603050405020304" pitchFamily="18" charset="0"/>
              </a:rPr>
              <a:t>Team : Alabaster_Neo</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Omkar Salunkhe (1567281)</a:t>
            </a:r>
          </a:p>
          <a:p>
            <a:pPr marL="285750" indent="-285750">
              <a:buFont typeface="Arial" panose="020B0604020202020204" pitchFamily="34" charset="0"/>
              <a:buChar char="•"/>
            </a:pPr>
            <a:r>
              <a:rPr lang="en-US" sz="1800" b="1" i="0" dirty="0">
                <a:latin typeface="Times New Roman" panose="02020603050405020304" pitchFamily="18" charset="0"/>
                <a:cs typeface="Times New Roman" panose="02020603050405020304" pitchFamily="18" charset="0"/>
              </a:rPr>
              <a:t>Adityakumar Chaurasia</a:t>
            </a:r>
            <a:r>
              <a:rPr lang="en-US" b="1" dirty="0">
                <a:latin typeface="Times New Roman" panose="02020603050405020304" pitchFamily="18" charset="0"/>
                <a:cs typeface="Times New Roman" panose="02020603050405020304" pitchFamily="18" charset="0"/>
              </a:rPr>
              <a:t>(1565513)</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Ayush Parmar (1565427)</a:t>
            </a:r>
          </a:p>
        </p:txBody>
      </p:sp>
      <p:pic>
        <p:nvPicPr>
          <p:cNvPr id="2" name="Picture 1">
            <a:extLst>
              <a:ext uri="{FF2B5EF4-FFF2-40B4-BE49-F238E27FC236}">
                <a16:creationId xmlns:a16="http://schemas.microsoft.com/office/drawing/2014/main" id="{44959510-A22C-6D29-E283-52EB7B7C2AE1}"/>
              </a:ext>
            </a:extLst>
          </p:cNvPr>
          <p:cNvPicPr>
            <a:picLocks noChangeAspect="1"/>
          </p:cNvPicPr>
          <p:nvPr/>
        </p:nvPicPr>
        <p:blipFill>
          <a:blip r:embed="rId4">
            <a:extLst>
              <a:ext uri="{28A0092B-C50C-407E-A947-70E740481C1C}">
                <a14:useLocalDpi xmlns:a14="http://schemas.microsoft.com/office/drawing/2010/main" val="0"/>
              </a:ext>
            </a:extLst>
          </a:blip>
          <a:srcRect l="-28" t="131" r="57604" b="43897"/>
          <a:stretch/>
        </p:blipFill>
        <p:spPr>
          <a:xfrm>
            <a:off x="0" y="0"/>
            <a:ext cx="6495494" cy="6021306"/>
          </a:xfrm>
          <a:prstGeom prst="rect">
            <a:avLst/>
          </a:prstGeom>
          <a:ln>
            <a:noFill/>
          </a:ln>
          <a:effectLst>
            <a:outerShdw blurRad="190500" algn="tl" rotWithShape="0">
              <a:srgbClr val="000000">
                <a:alpha val="70000"/>
              </a:srgbClr>
            </a:outerShdw>
          </a:effectLst>
        </p:spPr>
      </p:pic>
      <p:sp>
        <p:nvSpPr>
          <p:cNvPr id="3" name="Slide Number Placeholder 2">
            <a:extLst>
              <a:ext uri="{FF2B5EF4-FFF2-40B4-BE49-F238E27FC236}">
                <a16:creationId xmlns:a16="http://schemas.microsoft.com/office/drawing/2014/main" id="{31F6299D-753C-51CA-B147-0C3131255ECB}"/>
              </a:ext>
            </a:extLst>
          </p:cNvPr>
          <p:cNvSpPr>
            <a:spLocks noGrp="1"/>
          </p:cNvSpPr>
          <p:nvPr>
            <p:ph type="sldNum" sz="quarter" idx="12"/>
          </p:nvPr>
        </p:nvSpPr>
        <p:spPr/>
        <p:txBody>
          <a:bodyPr/>
          <a:lstStyle/>
          <a:p>
            <a:fld id="{F43B3212-AB51-4C32-B91B-7DEDCE5605D3}" type="slidenum">
              <a:rPr lang="en-US" smtClean="0"/>
              <a:t>1</a:t>
            </a:fld>
            <a:endParaRPr lang="en-US"/>
          </a:p>
        </p:txBody>
      </p:sp>
    </p:spTree>
    <p:extLst>
      <p:ext uri="{BB962C8B-B14F-4D97-AF65-F5344CB8AC3E}">
        <p14:creationId xmlns:p14="http://schemas.microsoft.com/office/powerpoint/2010/main" val="37086174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68609">
        <p159:morph option="byObject"/>
      </p:transition>
    </mc:Choice>
    <mc:Fallback xmlns="">
      <p:transition spd="slow" advTm="68609">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0ABC1-9AF2-4ADF-8FEB-86C6E92800C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OBJECTIVE</a:t>
            </a:r>
          </a:p>
        </p:txBody>
      </p:sp>
      <p:sp>
        <p:nvSpPr>
          <p:cNvPr id="3" name="Footer Placeholder 2">
            <a:extLst>
              <a:ext uri="{FF2B5EF4-FFF2-40B4-BE49-F238E27FC236}">
                <a16:creationId xmlns:a16="http://schemas.microsoft.com/office/drawing/2014/main" id="{61453C87-CDB8-4E99-99DC-C27D2142DC85}"/>
              </a:ext>
            </a:extLst>
          </p:cNvPr>
          <p:cNvSpPr>
            <a:spLocks noGrp="1"/>
          </p:cNvSpPr>
          <p:nvPr>
            <p:ph type="ftr" sz="quarter" idx="11"/>
          </p:nvPr>
        </p:nvSpPr>
        <p:spPr/>
        <p:txBody>
          <a:bodyPr/>
          <a:lstStyle/>
          <a:p>
            <a:r>
              <a:rPr lang="en-US" dirty="0"/>
              <a:t>Frankfurt University Of Applied Sciences, 2024-25</a:t>
            </a:r>
          </a:p>
        </p:txBody>
      </p:sp>
      <p:sp>
        <p:nvSpPr>
          <p:cNvPr id="4" name="TextBox 3">
            <a:extLst>
              <a:ext uri="{FF2B5EF4-FFF2-40B4-BE49-F238E27FC236}">
                <a16:creationId xmlns:a16="http://schemas.microsoft.com/office/drawing/2014/main" id="{A52E1EB6-85C2-4ADE-94CD-558AC3653574}"/>
              </a:ext>
            </a:extLst>
          </p:cNvPr>
          <p:cNvSpPr txBox="1"/>
          <p:nvPr/>
        </p:nvSpPr>
        <p:spPr>
          <a:xfrm>
            <a:off x="758017" y="1930400"/>
            <a:ext cx="8596667" cy="1754326"/>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The Temporal Memory (TM) algorithm is currently implemented as a single-threaded process, which limits its performance and scalability. This project enhances efficiency by introducing multithreading, optimizing execution speed and resource usage. Key focus areas include parallelizing iterative loops, implementing concurrency mechanisms, and benchmarking improvements. Existing unit tests will be validated, and new tests introduced to ensure correctness, stability, and robustness</a:t>
            </a:r>
          </a:p>
        </p:txBody>
      </p:sp>
      <p:pic>
        <p:nvPicPr>
          <p:cNvPr id="5" name="Picture 4">
            <a:extLst>
              <a:ext uri="{FF2B5EF4-FFF2-40B4-BE49-F238E27FC236}">
                <a16:creationId xmlns:a16="http://schemas.microsoft.com/office/drawing/2014/main" id="{D036F25F-7E91-59A3-8CD0-D485D4594D88}"/>
              </a:ext>
            </a:extLst>
          </p:cNvPr>
          <p:cNvPicPr>
            <a:picLocks noChangeAspect="1"/>
          </p:cNvPicPr>
          <p:nvPr/>
        </p:nvPicPr>
        <p:blipFill rotWithShape="1">
          <a:blip r:embed="rId3"/>
          <a:srcRect t="16364" r="2" b="767"/>
          <a:stretch/>
        </p:blipFill>
        <p:spPr>
          <a:xfrm>
            <a:off x="10174940" y="20055"/>
            <a:ext cx="2017059" cy="867938"/>
          </a:xfrm>
          <a:prstGeom prst="rect">
            <a:avLst/>
          </a:prstGeom>
        </p:spPr>
      </p:pic>
      <p:sp>
        <p:nvSpPr>
          <p:cNvPr id="6" name="Slide Number Placeholder 5">
            <a:extLst>
              <a:ext uri="{FF2B5EF4-FFF2-40B4-BE49-F238E27FC236}">
                <a16:creationId xmlns:a16="http://schemas.microsoft.com/office/drawing/2014/main" id="{71757040-F1B3-A1D7-7E27-B9664F5349BD}"/>
              </a:ext>
            </a:extLst>
          </p:cNvPr>
          <p:cNvSpPr>
            <a:spLocks noGrp="1"/>
          </p:cNvSpPr>
          <p:nvPr>
            <p:ph type="sldNum" sz="quarter" idx="12"/>
          </p:nvPr>
        </p:nvSpPr>
        <p:spPr/>
        <p:txBody>
          <a:bodyPr/>
          <a:lstStyle/>
          <a:p>
            <a:fld id="{F43B3212-AB51-4C32-B91B-7DEDCE5605D3}" type="slidenum">
              <a:rPr lang="en-US" smtClean="0"/>
              <a:t>2</a:t>
            </a:fld>
            <a:endParaRPr lang="en-US"/>
          </a:p>
        </p:txBody>
      </p:sp>
    </p:spTree>
    <p:extLst>
      <p:ext uri="{BB962C8B-B14F-4D97-AF65-F5344CB8AC3E}">
        <p14:creationId xmlns:p14="http://schemas.microsoft.com/office/powerpoint/2010/main" val="600922683"/>
      </p:ext>
    </p:extLst>
  </p:cSld>
  <p:clrMapOvr>
    <a:masterClrMapping/>
  </p:clrMapOvr>
  <p:transition spd="slow" advTm="36430">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8B65C-B311-1886-9678-002D0608ECBF}"/>
              </a:ext>
            </a:extLst>
          </p:cNvPr>
          <p:cNvSpPr>
            <a:spLocks noGrp="1"/>
          </p:cNvSpPr>
          <p:nvPr>
            <p:ph type="title"/>
          </p:nvPr>
        </p:nvSpPr>
        <p:spPr>
          <a:xfrm>
            <a:off x="677334" y="609600"/>
            <a:ext cx="8596668" cy="786063"/>
          </a:xfrm>
        </p:spPr>
        <p:txBody>
          <a:bodyPr/>
          <a:lstStyle/>
          <a:p>
            <a:r>
              <a:rPr lang="en-US" b="1" dirty="0"/>
              <a:t>AGENDA</a:t>
            </a:r>
            <a:endParaRPr lang="en-US" dirty="0"/>
          </a:p>
        </p:txBody>
      </p:sp>
      <p:sp>
        <p:nvSpPr>
          <p:cNvPr id="4" name="Footer Placeholder 3">
            <a:extLst>
              <a:ext uri="{FF2B5EF4-FFF2-40B4-BE49-F238E27FC236}">
                <a16:creationId xmlns:a16="http://schemas.microsoft.com/office/drawing/2014/main" id="{57458D9D-8085-BBA9-66DF-6FF3378F92CB}"/>
              </a:ext>
            </a:extLst>
          </p:cNvPr>
          <p:cNvSpPr>
            <a:spLocks noGrp="1"/>
          </p:cNvSpPr>
          <p:nvPr>
            <p:ph type="ftr" sz="quarter" idx="11"/>
          </p:nvPr>
        </p:nvSpPr>
        <p:spPr/>
        <p:txBody>
          <a:bodyPr/>
          <a:lstStyle/>
          <a:p>
            <a:r>
              <a:rPr lang="en-US" dirty="0"/>
              <a:t>Frankfurt University Of Applied Sciences, 2024-25</a:t>
            </a:r>
          </a:p>
        </p:txBody>
      </p:sp>
      <p:sp>
        <p:nvSpPr>
          <p:cNvPr id="5" name="Rectangle 1">
            <a:extLst>
              <a:ext uri="{FF2B5EF4-FFF2-40B4-BE49-F238E27FC236}">
                <a16:creationId xmlns:a16="http://schemas.microsoft.com/office/drawing/2014/main" id="{59B7BCBE-A978-83EE-34E4-580E6EB4E89F}"/>
              </a:ext>
            </a:extLst>
          </p:cNvPr>
          <p:cNvSpPr>
            <a:spLocks noGrp="1" noChangeArrowheads="1"/>
          </p:cNvSpPr>
          <p:nvPr>
            <p:ph idx="1"/>
          </p:nvPr>
        </p:nvSpPr>
        <p:spPr bwMode="auto">
          <a:xfrm>
            <a:off x="677334" y="1443840"/>
            <a:ext cx="828218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defTabSz="914400" eaLnBrk="0" fontAlgn="base" hangingPunct="0">
              <a:spcBef>
                <a:spcPct val="0"/>
              </a:spcBef>
              <a:spcAft>
                <a:spcPct val="0"/>
              </a:spcAft>
              <a:buClrTx/>
              <a:buSzTx/>
              <a:buNone/>
            </a:pPr>
            <a:r>
              <a:rPr lang="en-US" b="1" dirty="0">
                <a:latin typeface="Times New Roman" panose="02020603050405020304" pitchFamily="18" charset="0"/>
                <a:cs typeface="Times New Roman" panose="02020603050405020304" pitchFamily="18" charset="0"/>
              </a:rPr>
              <a:t>➤ Introduction  </a:t>
            </a:r>
          </a:p>
          <a:p>
            <a:pPr marL="0" indent="0" defTabSz="914400" eaLnBrk="0" fontAlgn="base" hangingPunct="0">
              <a:spcBef>
                <a:spcPct val="0"/>
              </a:spcBef>
              <a:spcAft>
                <a:spcPct val="0"/>
              </a:spcAft>
              <a:buClrTx/>
              <a:buSzTx/>
              <a:buNone/>
            </a:pPr>
            <a:r>
              <a:rPr lang="en-US" b="1" dirty="0">
                <a:latin typeface="Times New Roman" panose="02020603050405020304" pitchFamily="18" charset="0"/>
                <a:cs typeface="Times New Roman" panose="02020603050405020304" pitchFamily="18" charset="0"/>
              </a:rPr>
              <a:t>➤ Optimization Strategy  </a:t>
            </a:r>
          </a:p>
          <a:p>
            <a:pPr marL="0" indent="0" defTabSz="914400" eaLnBrk="0" fontAlgn="base" hangingPunct="0">
              <a:spcBef>
                <a:spcPct val="0"/>
              </a:spcBef>
              <a:spcAft>
                <a:spcPct val="0"/>
              </a:spcAft>
              <a:buClrTx/>
              <a:buSzTx/>
              <a:buNone/>
            </a:pPr>
            <a:r>
              <a:rPr lang="en-US" b="1" dirty="0">
                <a:latin typeface="Times New Roman" panose="02020603050405020304" pitchFamily="18" charset="0"/>
                <a:cs typeface="Times New Roman" panose="02020603050405020304" pitchFamily="18" charset="0"/>
              </a:rPr>
              <a:t>➤ Implementation  </a:t>
            </a:r>
          </a:p>
          <a:p>
            <a:pPr marL="0" indent="0" defTabSz="914400" eaLnBrk="0" fontAlgn="base" hangingPunct="0">
              <a:spcBef>
                <a:spcPct val="0"/>
              </a:spcBef>
              <a:spcAft>
                <a:spcPct val="0"/>
              </a:spcAft>
              <a:buClrTx/>
              <a:buSzTx/>
              <a:buNone/>
            </a:pPr>
            <a:r>
              <a:rPr lang="en-US" b="1" dirty="0">
                <a:latin typeface="Times New Roman" panose="02020603050405020304" pitchFamily="18" charset="0"/>
                <a:cs typeface="Times New Roman" panose="02020603050405020304" pitchFamily="18" charset="0"/>
              </a:rPr>
              <a:t>    ▶ Single-threaded Init() Method  </a:t>
            </a:r>
          </a:p>
          <a:p>
            <a:pPr marL="0" indent="0" defTabSz="914400" eaLnBrk="0" fontAlgn="base" hangingPunct="0">
              <a:spcBef>
                <a:spcPct val="0"/>
              </a:spcBef>
              <a:spcAft>
                <a:spcPct val="0"/>
              </a:spcAft>
              <a:buClrTx/>
              <a:buSzTx/>
              <a:buNone/>
            </a:pPr>
            <a:r>
              <a:rPr lang="en-US" b="1" dirty="0">
                <a:latin typeface="Times New Roman" panose="02020603050405020304" pitchFamily="18" charset="0"/>
                <a:cs typeface="Times New Roman" panose="02020603050405020304" pitchFamily="18" charset="0"/>
              </a:rPr>
              <a:t>    ▶ Implementing Multithreading (Key Changes)  </a:t>
            </a:r>
          </a:p>
          <a:p>
            <a:pPr marL="0" indent="0" defTabSz="914400" eaLnBrk="0" fontAlgn="base" hangingPunct="0">
              <a:spcBef>
                <a:spcPct val="0"/>
              </a:spcBef>
              <a:spcAft>
                <a:spcPct val="0"/>
              </a:spcAft>
              <a:buClrTx/>
              <a:buSzTx/>
              <a:buNone/>
            </a:pPr>
            <a:r>
              <a:rPr lang="en-US" b="1" dirty="0">
                <a:latin typeface="Times New Roman" panose="02020603050405020304" pitchFamily="18" charset="0"/>
                <a:cs typeface="Times New Roman" panose="02020603050405020304" pitchFamily="18" charset="0"/>
              </a:rPr>
              <a:t>    ▶ Why </a:t>
            </a:r>
            <a:r>
              <a:rPr lang="en-US" b="1" dirty="0" err="1">
                <a:latin typeface="Times New Roman" panose="02020603050405020304" pitchFamily="18" charset="0"/>
                <a:cs typeface="Times New Roman" panose="02020603050405020304" pitchFamily="18" charset="0"/>
              </a:rPr>
              <a:t>Parallel.For</a:t>
            </a:r>
            <a:r>
              <a:rPr lang="en-US" b="1" dirty="0">
                <a:latin typeface="Times New Roman" panose="02020603050405020304" pitchFamily="18" charset="0"/>
                <a:cs typeface="Times New Roman" panose="02020603050405020304" pitchFamily="18" charset="0"/>
              </a:rPr>
              <a:t> is Better Than Async for Matrix Initialization  </a:t>
            </a:r>
          </a:p>
          <a:p>
            <a:pPr marL="0" indent="0" defTabSz="914400" eaLnBrk="0" fontAlgn="base" hangingPunct="0">
              <a:spcBef>
                <a:spcPct val="0"/>
              </a:spcBef>
              <a:spcAft>
                <a:spcPct val="0"/>
              </a:spcAft>
              <a:buClrTx/>
              <a:buSzTx/>
              <a:buNone/>
            </a:pPr>
            <a:r>
              <a:rPr lang="en-US" b="1" dirty="0">
                <a:latin typeface="Times New Roman" panose="02020603050405020304" pitchFamily="18" charset="0"/>
                <a:cs typeface="Times New Roman" panose="02020603050405020304" pitchFamily="18" charset="0"/>
              </a:rPr>
              <a:t>    ▶ Implementing Four Optimization Methods  </a:t>
            </a:r>
          </a:p>
          <a:p>
            <a:pPr marL="0" indent="0" defTabSz="914400" eaLnBrk="0" fontAlgn="base" hangingPunct="0">
              <a:spcBef>
                <a:spcPct val="0"/>
              </a:spcBef>
              <a:spcAft>
                <a:spcPct val="0"/>
              </a:spcAft>
              <a:buClrTx/>
              <a:buSzTx/>
              <a:buNone/>
            </a:pPr>
            <a:r>
              <a:rPr lang="en-US" b="1" dirty="0">
                <a:latin typeface="Times New Roman" panose="02020603050405020304" pitchFamily="18" charset="0"/>
                <a:cs typeface="Times New Roman" panose="02020603050405020304" pitchFamily="18" charset="0"/>
              </a:rPr>
              <a:t>        ▷ Single-threaded Init()  </a:t>
            </a:r>
          </a:p>
          <a:p>
            <a:pPr marL="0" indent="0" defTabSz="914400" eaLnBrk="0" fontAlgn="base" hangingPunct="0">
              <a:spcBef>
                <a:spcPct val="0"/>
              </a:spcBef>
              <a:spcAft>
                <a:spcPct val="0"/>
              </a:spcAft>
              <a:buClrTx/>
              <a:buSzTx/>
              <a:buNone/>
            </a:pPr>
            <a:r>
              <a:rPr lang="en-US" b="1" dirty="0">
                <a:latin typeface="Times New Roman" panose="02020603050405020304" pitchFamily="18" charset="0"/>
                <a:cs typeface="Times New Roman" panose="02020603050405020304" pitchFamily="18" charset="0"/>
              </a:rPr>
              <a:t>        ▷ </a:t>
            </a:r>
            <a:r>
              <a:rPr lang="en-US" b="1" dirty="0" err="1">
                <a:latin typeface="Times New Roman" panose="02020603050405020304" pitchFamily="18" charset="0"/>
                <a:cs typeface="Times New Roman" panose="02020603050405020304" pitchFamily="18" charset="0"/>
              </a:rPr>
              <a:t>InitParallelRegularDictionary</a:t>
            </a:r>
            <a:r>
              <a:rPr lang="en-US" b="1" dirty="0">
                <a:latin typeface="Times New Roman" panose="02020603050405020304" pitchFamily="18" charset="0"/>
                <a:cs typeface="Times New Roman" panose="02020603050405020304" pitchFamily="18" charset="0"/>
              </a:rPr>
              <a:t>()  </a:t>
            </a:r>
          </a:p>
          <a:p>
            <a:pPr marL="0" indent="0" defTabSz="914400" eaLnBrk="0" fontAlgn="base" hangingPunct="0">
              <a:spcBef>
                <a:spcPct val="0"/>
              </a:spcBef>
              <a:spcAft>
                <a:spcPct val="0"/>
              </a:spcAft>
              <a:buClrTx/>
              <a:buSzTx/>
              <a:buNone/>
            </a:pPr>
            <a:r>
              <a:rPr lang="en-US" b="1" dirty="0">
                <a:latin typeface="Times New Roman" panose="02020603050405020304" pitchFamily="18" charset="0"/>
                <a:cs typeface="Times New Roman" panose="02020603050405020304" pitchFamily="18" charset="0"/>
              </a:rPr>
              <a:t>        ▷ </a:t>
            </a:r>
            <a:r>
              <a:rPr lang="en-US" b="1" dirty="0" err="1">
                <a:latin typeface="Times New Roman" panose="02020603050405020304" pitchFamily="18" charset="0"/>
                <a:cs typeface="Times New Roman" panose="02020603050405020304" pitchFamily="18" charset="0"/>
              </a:rPr>
              <a:t>InitParallelWithConcurrentDictionary</a:t>
            </a:r>
            <a:r>
              <a:rPr lang="en-US" b="1" dirty="0">
                <a:latin typeface="Times New Roman" panose="02020603050405020304" pitchFamily="18" charset="0"/>
                <a:cs typeface="Times New Roman" panose="02020603050405020304" pitchFamily="18" charset="0"/>
              </a:rPr>
              <a:t>()  </a:t>
            </a:r>
          </a:p>
          <a:p>
            <a:pPr marL="0" indent="0" defTabSz="914400" eaLnBrk="0" fontAlgn="base" hangingPunct="0">
              <a:spcBef>
                <a:spcPct val="0"/>
              </a:spcBef>
              <a:spcAft>
                <a:spcPct val="0"/>
              </a:spcAft>
              <a:buClrTx/>
              <a:buSzTx/>
              <a:buNone/>
            </a:pPr>
            <a:r>
              <a:rPr lang="en-US" b="1" dirty="0">
                <a:latin typeface="Times New Roman" panose="02020603050405020304" pitchFamily="18" charset="0"/>
                <a:cs typeface="Times New Roman" panose="02020603050405020304" pitchFamily="18" charset="0"/>
              </a:rPr>
              <a:t>        ▷ </a:t>
            </a:r>
            <a:r>
              <a:rPr lang="en-US" b="1" dirty="0" err="1">
                <a:latin typeface="Times New Roman" panose="02020603050405020304" pitchFamily="18" charset="0"/>
                <a:cs typeface="Times New Roman" panose="02020603050405020304" pitchFamily="18" charset="0"/>
              </a:rPr>
              <a:t>InitParallelPartitioned</a:t>
            </a:r>
            <a:r>
              <a:rPr lang="en-US" b="1" dirty="0">
                <a:latin typeface="Times New Roman" panose="02020603050405020304" pitchFamily="18" charset="0"/>
                <a:cs typeface="Times New Roman" panose="02020603050405020304" pitchFamily="18" charset="0"/>
              </a:rPr>
              <a:t>()  </a:t>
            </a:r>
          </a:p>
          <a:p>
            <a:pPr marL="0" indent="0" defTabSz="914400" eaLnBrk="0" fontAlgn="base" hangingPunct="0">
              <a:spcBef>
                <a:spcPct val="0"/>
              </a:spcBef>
              <a:spcAft>
                <a:spcPct val="0"/>
              </a:spcAft>
              <a:buClrTx/>
              <a:buSzTx/>
              <a:buNone/>
            </a:pPr>
            <a:r>
              <a:rPr lang="en-US" b="1" dirty="0">
                <a:latin typeface="Times New Roman" panose="02020603050405020304" pitchFamily="18" charset="0"/>
                <a:cs typeface="Times New Roman" panose="02020603050405020304" pitchFamily="18" charset="0"/>
              </a:rPr>
              <a:t>➤ Performance Analysis  </a:t>
            </a:r>
          </a:p>
          <a:p>
            <a:pPr marL="0" indent="0" defTabSz="914400" eaLnBrk="0" fontAlgn="base" hangingPunct="0">
              <a:spcBef>
                <a:spcPct val="0"/>
              </a:spcBef>
              <a:spcAft>
                <a:spcPct val="0"/>
              </a:spcAft>
              <a:buClrTx/>
              <a:buSzTx/>
              <a:buNone/>
            </a:pPr>
            <a:r>
              <a:rPr lang="en-US" b="1" dirty="0">
                <a:latin typeface="Times New Roman" panose="02020603050405020304" pitchFamily="18" charset="0"/>
                <a:cs typeface="Times New Roman" panose="02020603050405020304" pitchFamily="18" charset="0"/>
              </a:rPr>
              <a:t>➤ Results and Visualization  </a:t>
            </a:r>
          </a:p>
          <a:p>
            <a:pPr marL="0" indent="0" defTabSz="914400" eaLnBrk="0" fontAlgn="base" hangingPunct="0">
              <a:spcBef>
                <a:spcPct val="0"/>
              </a:spcBef>
              <a:spcAft>
                <a:spcPct val="0"/>
              </a:spcAft>
              <a:buClrTx/>
              <a:buSzTx/>
              <a:buNone/>
            </a:pPr>
            <a:r>
              <a:rPr lang="en-US" b="1" dirty="0">
                <a:latin typeface="Times New Roman" panose="02020603050405020304" pitchFamily="18" charset="0"/>
                <a:cs typeface="Times New Roman" panose="02020603050405020304" pitchFamily="18" charset="0"/>
              </a:rPr>
              <a:t>➤ Final Conclusion </a:t>
            </a: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7A9A4DBB-496E-D751-DDB1-1CAEAA121134}"/>
              </a:ext>
            </a:extLst>
          </p:cNvPr>
          <p:cNvPicPr>
            <a:picLocks noChangeAspect="1"/>
          </p:cNvPicPr>
          <p:nvPr/>
        </p:nvPicPr>
        <p:blipFill rotWithShape="1">
          <a:blip r:embed="rId3"/>
          <a:srcRect t="16364" r="2" b="767"/>
          <a:stretch/>
        </p:blipFill>
        <p:spPr>
          <a:xfrm>
            <a:off x="10174940" y="20055"/>
            <a:ext cx="2017059" cy="867938"/>
          </a:xfrm>
          <a:prstGeom prst="rect">
            <a:avLst/>
          </a:prstGeom>
        </p:spPr>
      </p:pic>
      <p:sp>
        <p:nvSpPr>
          <p:cNvPr id="3" name="Slide Number Placeholder 2">
            <a:extLst>
              <a:ext uri="{FF2B5EF4-FFF2-40B4-BE49-F238E27FC236}">
                <a16:creationId xmlns:a16="http://schemas.microsoft.com/office/drawing/2014/main" id="{859F7C6C-6831-3331-309C-4947E480FA58}"/>
              </a:ext>
            </a:extLst>
          </p:cNvPr>
          <p:cNvSpPr>
            <a:spLocks noGrp="1"/>
          </p:cNvSpPr>
          <p:nvPr>
            <p:ph type="sldNum" sz="quarter" idx="12"/>
          </p:nvPr>
        </p:nvSpPr>
        <p:spPr/>
        <p:txBody>
          <a:bodyPr/>
          <a:lstStyle/>
          <a:p>
            <a:fld id="{F43B3212-AB51-4C32-B91B-7DEDCE5605D3}" type="slidenum">
              <a:rPr lang="en-US" smtClean="0"/>
              <a:t>3</a:t>
            </a:fld>
            <a:endParaRPr lang="en-US"/>
          </a:p>
        </p:txBody>
      </p:sp>
    </p:spTree>
    <p:extLst>
      <p:ext uri="{BB962C8B-B14F-4D97-AF65-F5344CB8AC3E}">
        <p14:creationId xmlns:p14="http://schemas.microsoft.com/office/powerpoint/2010/main" val="3344478411"/>
      </p:ext>
    </p:extLst>
  </p:cSld>
  <p:clrMapOvr>
    <a:masterClrMapping/>
  </p:clrMapOvr>
  <mc:AlternateContent xmlns:mc="http://schemas.openxmlformats.org/markup-compatibility/2006" xmlns:p14="http://schemas.microsoft.com/office/powerpoint/2010/main">
    <mc:Choice Requires="p14">
      <p:transition spd="slow" p14:dur="2000" advTm="32190"/>
    </mc:Choice>
    <mc:Fallback xmlns="">
      <p:transition spd="slow" advTm="3219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30D8C-9A77-DB71-0A00-B092C990C676}"/>
              </a:ext>
            </a:extLst>
          </p:cNvPr>
          <p:cNvSpPr>
            <a:spLocks noGrp="1"/>
          </p:cNvSpPr>
          <p:nvPr>
            <p:ph type="title"/>
          </p:nvPr>
        </p:nvSpPr>
        <p:spPr>
          <a:xfrm>
            <a:off x="677334" y="609600"/>
            <a:ext cx="8596668" cy="872396"/>
          </a:xfrm>
        </p:spPr>
        <p:txBody>
          <a:bodyPr/>
          <a:lstStyle/>
          <a:p>
            <a:r>
              <a:rPr lang="en-US" b="1" dirty="0">
                <a:latin typeface="Times New Roman" panose="02020603050405020304" pitchFamily="18" charset="0"/>
                <a:cs typeface="Times New Roman" panose="02020603050405020304" pitchFamily="18" charset="0"/>
              </a:rPr>
              <a:t>Introduction </a:t>
            </a:r>
          </a:p>
        </p:txBody>
      </p:sp>
      <p:sp>
        <p:nvSpPr>
          <p:cNvPr id="4" name="Footer Placeholder 3">
            <a:extLst>
              <a:ext uri="{FF2B5EF4-FFF2-40B4-BE49-F238E27FC236}">
                <a16:creationId xmlns:a16="http://schemas.microsoft.com/office/drawing/2014/main" id="{D6127523-4EA0-7794-F64F-75575A5B4EC1}"/>
              </a:ext>
            </a:extLst>
          </p:cNvPr>
          <p:cNvSpPr>
            <a:spLocks noGrp="1"/>
          </p:cNvSpPr>
          <p:nvPr>
            <p:ph type="ftr" sz="quarter" idx="11"/>
          </p:nvPr>
        </p:nvSpPr>
        <p:spPr/>
        <p:txBody>
          <a:bodyPr/>
          <a:lstStyle/>
          <a:p>
            <a:r>
              <a:rPr lang="en-US" dirty="0"/>
              <a:t>Frankfurt University Of Applied Sciences, 2024-25</a:t>
            </a:r>
          </a:p>
        </p:txBody>
      </p:sp>
      <p:sp>
        <p:nvSpPr>
          <p:cNvPr id="5" name="Rectangle 1">
            <a:extLst>
              <a:ext uri="{FF2B5EF4-FFF2-40B4-BE49-F238E27FC236}">
                <a16:creationId xmlns:a16="http://schemas.microsoft.com/office/drawing/2014/main" id="{D0EFD96F-B206-4B7B-E19D-3295ADBAE627}"/>
              </a:ext>
            </a:extLst>
          </p:cNvPr>
          <p:cNvSpPr>
            <a:spLocks noGrp="1" noChangeArrowheads="1"/>
          </p:cNvSpPr>
          <p:nvPr>
            <p:ph idx="1"/>
          </p:nvPr>
        </p:nvSpPr>
        <p:spPr bwMode="auto">
          <a:xfrm>
            <a:off x="677334" y="1720840"/>
            <a:ext cx="9036161"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Temporal Memory (TM)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Part of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HTM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inspired by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neocortex</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Case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Learns &amp; predicts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sequential data patterns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Current Limitation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Single-threaded</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execution,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performance bottleneck</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Optimization Goal</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Implement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multithreading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enable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parallel execution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Benefits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Faster execution, better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CPU utilization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improved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scalability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Performance Evaluation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Compare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single vs. multithreaded</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measure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speed &amp; efficiency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91C063E3-CF2C-0A5D-2920-7397CF726FC7}"/>
              </a:ext>
            </a:extLst>
          </p:cNvPr>
          <p:cNvPicPr>
            <a:picLocks noChangeAspect="1"/>
          </p:cNvPicPr>
          <p:nvPr/>
        </p:nvPicPr>
        <p:blipFill rotWithShape="1">
          <a:blip r:embed="rId3"/>
          <a:srcRect t="16364" r="2" b="767"/>
          <a:stretch/>
        </p:blipFill>
        <p:spPr>
          <a:xfrm>
            <a:off x="10174940" y="20055"/>
            <a:ext cx="2017059" cy="867938"/>
          </a:xfrm>
          <a:prstGeom prst="rect">
            <a:avLst/>
          </a:prstGeom>
        </p:spPr>
      </p:pic>
      <p:sp>
        <p:nvSpPr>
          <p:cNvPr id="3" name="Slide Number Placeholder 2">
            <a:extLst>
              <a:ext uri="{FF2B5EF4-FFF2-40B4-BE49-F238E27FC236}">
                <a16:creationId xmlns:a16="http://schemas.microsoft.com/office/drawing/2014/main" id="{23EEE2E6-E3C7-2647-C081-0BE254C7C381}"/>
              </a:ext>
            </a:extLst>
          </p:cNvPr>
          <p:cNvSpPr>
            <a:spLocks noGrp="1"/>
          </p:cNvSpPr>
          <p:nvPr>
            <p:ph type="sldNum" sz="quarter" idx="12"/>
          </p:nvPr>
        </p:nvSpPr>
        <p:spPr/>
        <p:txBody>
          <a:bodyPr/>
          <a:lstStyle/>
          <a:p>
            <a:fld id="{F43B3212-AB51-4C32-B91B-7DEDCE5605D3}" type="slidenum">
              <a:rPr lang="en-US" smtClean="0"/>
              <a:t>4</a:t>
            </a:fld>
            <a:endParaRPr lang="en-US"/>
          </a:p>
        </p:txBody>
      </p:sp>
    </p:spTree>
    <p:extLst>
      <p:ext uri="{BB962C8B-B14F-4D97-AF65-F5344CB8AC3E}">
        <p14:creationId xmlns:p14="http://schemas.microsoft.com/office/powerpoint/2010/main" val="4268801438"/>
      </p:ext>
    </p:extLst>
  </p:cSld>
  <p:clrMapOvr>
    <a:masterClrMapping/>
  </p:clrMapOvr>
  <mc:AlternateContent xmlns:mc="http://schemas.openxmlformats.org/markup-compatibility/2006" xmlns:p14="http://schemas.microsoft.com/office/powerpoint/2010/main">
    <mc:Choice Requires="p14">
      <p:transition spd="slow" p14:dur="2000" advTm="41057"/>
    </mc:Choice>
    <mc:Fallback xmlns="">
      <p:transition spd="slow" advTm="41057"/>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00828-4637-DE58-DBD4-300E835BCD80}"/>
              </a:ext>
            </a:extLst>
          </p:cNvPr>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Optimization Strategies</a:t>
            </a:r>
            <a:br>
              <a:rPr kumimoji="0" lang="en-US" altLang="en-US" sz="3600" i="0" u="none" strike="noStrike" cap="none" normalizeH="0" baseline="0" dirty="0">
                <a:ln>
                  <a:noFill/>
                </a:ln>
                <a:solidFill>
                  <a:schemeClr val="tx1"/>
                </a:solidFill>
                <a:effectLst/>
                <a:latin typeface="Arial" panose="020B0604020202020204" pitchFamily="34" charset="0"/>
              </a:rPr>
            </a:br>
            <a:endParaRPr lang="en-US" dirty="0"/>
          </a:p>
        </p:txBody>
      </p:sp>
      <p:sp>
        <p:nvSpPr>
          <p:cNvPr id="4" name="Footer Placeholder 3">
            <a:extLst>
              <a:ext uri="{FF2B5EF4-FFF2-40B4-BE49-F238E27FC236}">
                <a16:creationId xmlns:a16="http://schemas.microsoft.com/office/drawing/2014/main" id="{EFEAA484-BD6A-8CD4-97EB-00F139AD1D2B}"/>
              </a:ext>
            </a:extLst>
          </p:cNvPr>
          <p:cNvSpPr>
            <a:spLocks noGrp="1"/>
          </p:cNvSpPr>
          <p:nvPr>
            <p:ph type="ftr" sz="quarter" idx="11"/>
          </p:nvPr>
        </p:nvSpPr>
        <p:spPr/>
        <p:txBody>
          <a:bodyPr/>
          <a:lstStyle/>
          <a:p>
            <a:r>
              <a:rPr lang="en-US" dirty="0"/>
              <a:t>Frankfurt University Of Applied Sciences, 2024-25</a:t>
            </a:r>
          </a:p>
        </p:txBody>
      </p:sp>
      <p:sp>
        <p:nvSpPr>
          <p:cNvPr id="5" name="Rectangle: Rounded Corners 4">
            <a:extLst>
              <a:ext uri="{FF2B5EF4-FFF2-40B4-BE49-F238E27FC236}">
                <a16:creationId xmlns:a16="http://schemas.microsoft.com/office/drawing/2014/main" id="{6CD703AE-7843-9166-B4B9-D36C40C76337}"/>
              </a:ext>
            </a:extLst>
          </p:cNvPr>
          <p:cNvSpPr/>
          <p:nvPr/>
        </p:nvSpPr>
        <p:spPr>
          <a:xfrm>
            <a:off x="100084" y="1580466"/>
            <a:ext cx="2237873" cy="1154495"/>
          </a:xfrm>
          <a:prstGeom prst="roundRect">
            <a:avLst/>
          </a:prstGeom>
          <a:solidFill>
            <a:schemeClr val="accent4">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b="1" dirty="0"/>
              <a:t>1.Understanding TM Algorithm</a:t>
            </a:r>
            <a:r>
              <a:rPr lang="en-US" sz="1400" dirty="0"/>
              <a:t> 📖</a:t>
            </a:r>
          </a:p>
        </p:txBody>
      </p:sp>
      <p:sp>
        <p:nvSpPr>
          <p:cNvPr id="6" name="Content Placeholder 5">
            <a:extLst>
              <a:ext uri="{FF2B5EF4-FFF2-40B4-BE49-F238E27FC236}">
                <a16:creationId xmlns:a16="http://schemas.microsoft.com/office/drawing/2014/main" id="{67A0067B-685D-F492-1BE4-A0FB43DD97EB}"/>
              </a:ext>
            </a:extLst>
          </p:cNvPr>
          <p:cNvSpPr>
            <a:spLocks noGrp="1"/>
          </p:cNvSpPr>
          <p:nvPr>
            <p:ph idx="1"/>
          </p:nvPr>
        </p:nvSpPr>
        <p:spPr>
          <a:xfrm>
            <a:off x="2337957" y="2901267"/>
            <a:ext cx="2237873" cy="1154495"/>
          </a:xfrm>
          <a:prstGeom prst="roundRect">
            <a:avLst/>
          </a:prstGeom>
          <a:solidFill>
            <a:schemeClr val="accent4">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marL="0" indent="0" algn="ctr">
              <a:buNone/>
            </a:pPr>
            <a:r>
              <a:rPr lang="en-US" sz="1400" b="1" dirty="0"/>
              <a:t>2.Parallelizing Code 🔄</a:t>
            </a:r>
          </a:p>
        </p:txBody>
      </p:sp>
      <p:sp>
        <p:nvSpPr>
          <p:cNvPr id="9" name="Content Placeholder 5">
            <a:extLst>
              <a:ext uri="{FF2B5EF4-FFF2-40B4-BE49-F238E27FC236}">
                <a16:creationId xmlns:a16="http://schemas.microsoft.com/office/drawing/2014/main" id="{DF170561-FFDC-9D6D-CCA3-FCFCE3BEE80B}"/>
              </a:ext>
            </a:extLst>
          </p:cNvPr>
          <p:cNvSpPr txBox="1">
            <a:spLocks/>
          </p:cNvSpPr>
          <p:nvPr/>
        </p:nvSpPr>
        <p:spPr>
          <a:xfrm>
            <a:off x="4816461" y="1656677"/>
            <a:ext cx="2237873" cy="1154495"/>
          </a:xfrm>
          <a:prstGeom prst="roundRect">
            <a:avLst/>
          </a:prstGeom>
          <a:solidFill>
            <a:schemeClr val="accent4">
              <a:lumMod val="60000"/>
              <a:lumOff val="40000"/>
            </a:schemeClr>
          </a:solidFill>
        </p:spPr>
        <p:style>
          <a:lnRef idx="2">
            <a:schemeClr val="accent6"/>
          </a:lnRef>
          <a:fillRef idx="1">
            <a:schemeClr val="lt1"/>
          </a:fillRef>
          <a:effectRef idx="0">
            <a:schemeClr val="accent6"/>
          </a:effectRef>
          <a:fontRef idx="minor">
            <a:schemeClr val="dk1"/>
          </a:fontRef>
        </p:style>
        <p:txBody>
          <a:bodyPr vert="horz" lIns="91440" tIns="45720" rIns="91440" bIns="45720" rtlCol="0" anchor="ct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dk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dk1"/>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dk1"/>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9pPr>
          </a:lstStyle>
          <a:p>
            <a:pPr marL="0" indent="0" algn="ctr">
              <a:buNone/>
            </a:pPr>
            <a:r>
              <a:rPr lang="en-US" sz="1400" b="1" dirty="0"/>
              <a:t>3.Optimization Methods </a:t>
            </a:r>
            <a:r>
              <a:rPr lang="en-US" sz="1400" dirty="0"/>
              <a:t>🚀</a:t>
            </a:r>
          </a:p>
        </p:txBody>
      </p:sp>
      <p:sp>
        <p:nvSpPr>
          <p:cNvPr id="10" name="Content Placeholder 5">
            <a:extLst>
              <a:ext uri="{FF2B5EF4-FFF2-40B4-BE49-F238E27FC236}">
                <a16:creationId xmlns:a16="http://schemas.microsoft.com/office/drawing/2014/main" id="{E33C614E-AE54-C2AC-740B-E0964C38DF79}"/>
              </a:ext>
            </a:extLst>
          </p:cNvPr>
          <p:cNvSpPr txBox="1">
            <a:spLocks/>
          </p:cNvSpPr>
          <p:nvPr/>
        </p:nvSpPr>
        <p:spPr>
          <a:xfrm>
            <a:off x="7405830" y="2901267"/>
            <a:ext cx="2237873" cy="1154495"/>
          </a:xfrm>
          <a:prstGeom prst="roundRect">
            <a:avLst/>
          </a:prstGeom>
          <a:solidFill>
            <a:schemeClr val="accent4">
              <a:lumMod val="60000"/>
              <a:lumOff val="40000"/>
            </a:schemeClr>
          </a:solidFill>
        </p:spPr>
        <p:style>
          <a:lnRef idx="2">
            <a:schemeClr val="accent6"/>
          </a:lnRef>
          <a:fillRef idx="1">
            <a:schemeClr val="lt1"/>
          </a:fillRef>
          <a:effectRef idx="0">
            <a:schemeClr val="accent6"/>
          </a:effectRef>
          <a:fontRef idx="minor">
            <a:schemeClr val="dk1"/>
          </a:fontRef>
        </p:style>
        <p:txBody>
          <a:bodyPr vert="horz" lIns="91440" tIns="45720" rIns="91440" bIns="45720" rtlCol="0" anchor="ct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dk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dk1"/>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dk1"/>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9pPr>
          </a:lstStyle>
          <a:p>
            <a:pPr marL="0" indent="0" algn="ctr">
              <a:buNone/>
            </a:pPr>
            <a:r>
              <a:rPr lang="en-US" sz="1400" b="1" dirty="0"/>
              <a:t>4.Performance Analysis </a:t>
            </a:r>
            <a:r>
              <a:rPr lang="en-US" sz="1400" dirty="0"/>
              <a:t>📊</a:t>
            </a:r>
          </a:p>
        </p:txBody>
      </p:sp>
      <p:sp>
        <p:nvSpPr>
          <p:cNvPr id="11" name="Content Placeholder 5">
            <a:extLst>
              <a:ext uri="{FF2B5EF4-FFF2-40B4-BE49-F238E27FC236}">
                <a16:creationId xmlns:a16="http://schemas.microsoft.com/office/drawing/2014/main" id="{9C7835C7-74A3-48F4-704D-B74D5E300C92}"/>
              </a:ext>
            </a:extLst>
          </p:cNvPr>
          <p:cNvSpPr txBox="1">
            <a:spLocks/>
          </p:cNvSpPr>
          <p:nvPr/>
        </p:nvSpPr>
        <p:spPr>
          <a:xfrm>
            <a:off x="3826140" y="4675208"/>
            <a:ext cx="2598026" cy="970763"/>
          </a:xfrm>
          <a:prstGeom prst="roundRect">
            <a:avLst/>
          </a:prstGeom>
          <a:solidFill>
            <a:schemeClr val="accent4">
              <a:lumMod val="60000"/>
              <a:lumOff val="40000"/>
            </a:schemeClr>
          </a:solidFill>
        </p:spPr>
        <p:style>
          <a:lnRef idx="2">
            <a:schemeClr val="accent6"/>
          </a:lnRef>
          <a:fillRef idx="1">
            <a:schemeClr val="lt1"/>
          </a:fillRef>
          <a:effectRef idx="0">
            <a:schemeClr val="accent6"/>
          </a:effectRef>
          <a:fontRef idx="minor">
            <a:schemeClr val="dk1"/>
          </a:fontRef>
        </p:style>
        <p:txBody>
          <a:bodyPr vert="horz" lIns="91440" tIns="45720" rIns="91440" bIns="45720" rtlCol="0" anchor="ct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dk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dk1"/>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dk1"/>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9pPr>
          </a:lstStyle>
          <a:p>
            <a:pPr marL="0" indent="0" algn="ctr">
              <a:buNone/>
            </a:pPr>
            <a:r>
              <a:rPr lang="en-US" sz="1400" b="1" dirty="0"/>
              <a:t>5. Results &amp; Visualization </a:t>
            </a:r>
            <a:r>
              <a:rPr lang="en-US" sz="1400" dirty="0"/>
              <a:t>📈</a:t>
            </a:r>
          </a:p>
        </p:txBody>
      </p:sp>
      <p:sp>
        <p:nvSpPr>
          <p:cNvPr id="16" name="Rectangle 1">
            <a:extLst>
              <a:ext uri="{FF2B5EF4-FFF2-40B4-BE49-F238E27FC236}">
                <a16:creationId xmlns:a16="http://schemas.microsoft.com/office/drawing/2014/main" id="{799420D4-3C5F-1936-DE0D-AEDD74C0CEC8}"/>
              </a:ext>
            </a:extLst>
          </p:cNvPr>
          <p:cNvSpPr>
            <a:spLocks noChangeArrowheads="1"/>
          </p:cNvSpPr>
          <p:nvPr/>
        </p:nvSpPr>
        <p:spPr bwMode="auto">
          <a:xfrm>
            <a:off x="-1411705" y="-323165"/>
            <a:ext cx="24878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7" name="Rectangle 2">
            <a:extLst>
              <a:ext uri="{FF2B5EF4-FFF2-40B4-BE49-F238E27FC236}">
                <a16:creationId xmlns:a16="http://schemas.microsoft.com/office/drawing/2014/main" id="{DF2CE8DC-766E-6AC1-D5B4-4B266688D897}"/>
              </a:ext>
            </a:extLst>
          </p:cNvPr>
          <p:cNvSpPr>
            <a:spLocks noChangeArrowheads="1"/>
          </p:cNvSpPr>
          <p:nvPr/>
        </p:nvSpPr>
        <p:spPr bwMode="auto">
          <a:xfrm>
            <a:off x="152400" y="-170765"/>
            <a:ext cx="24878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8" name="Picture 17">
            <a:extLst>
              <a:ext uri="{FF2B5EF4-FFF2-40B4-BE49-F238E27FC236}">
                <a16:creationId xmlns:a16="http://schemas.microsoft.com/office/drawing/2014/main" id="{9E541B36-0E56-6666-91EF-7796299BD45E}"/>
              </a:ext>
            </a:extLst>
          </p:cNvPr>
          <p:cNvPicPr>
            <a:picLocks noChangeAspect="1"/>
          </p:cNvPicPr>
          <p:nvPr/>
        </p:nvPicPr>
        <p:blipFill rotWithShape="1">
          <a:blip r:embed="rId4"/>
          <a:srcRect t="16364" r="2" b="767"/>
          <a:stretch/>
        </p:blipFill>
        <p:spPr>
          <a:xfrm>
            <a:off x="10174940" y="20055"/>
            <a:ext cx="2017059" cy="867938"/>
          </a:xfrm>
          <a:prstGeom prst="rect">
            <a:avLst/>
          </a:prstGeom>
        </p:spPr>
      </p:pic>
      <p:sp>
        <p:nvSpPr>
          <p:cNvPr id="3" name="Slide Number Placeholder 2">
            <a:extLst>
              <a:ext uri="{FF2B5EF4-FFF2-40B4-BE49-F238E27FC236}">
                <a16:creationId xmlns:a16="http://schemas.microsoft.com/office/drawing/2014/main" id="{D2A83B98-A3A2-2A78-F47D-0B84D64E2FA3}"/>
              </a:ext>
            </a:extLst>
          </p:cNvPr>
          <p:cNvSpPr>
            <a:spLocks noGrp="1"/>
          </p:cNvSpPr>
          <p:nvPr>
            <p:ph type="sldNum" sz="quarter" idx="12"/>
          </p:nvPr>
        </p:nvSpPr>
        <p:spPr/>
        <p:txBody>
          <a:bodyPr/>
          <a:lstStyle/>
          <a:p>
            <a:fld id="{F43B3212-AB51-4C32-B91B-7DEDCE5605D3}" type="slidenum">
              <a:rPr lang="en-US" smtClean="0"/>
              <a:t>5</a:t>
            </a:fld>
            <a:endParaRPr lang="en-US"/>
          </a:p>
        </p:txBody>
      </p:sp>
    </p:spTree>
    <p:custDataLst>
      <p:tags r:id="rId1"/>
    </p:custDataLst>
    <p:extLst>
      <p:ext uri="{BB962C8B-B14F-4D97-AF65-F5344CB8AC3E}">
        <p14:creationId xmlns:p14="http://schemas.microsoft.com/office/powerpoint/2010/main" val="1579643178"/>
      </p:ext>
    </p:extLst>
  </p:cSld>
  <p:clrMapOvr>
    <a:masterClrMapping/>
  </p:clrMapOvr>
  <mc:AlternateContent xmlns:mc="http://schemas.openxmlformats.org/markup-compatibility/2006" xmlns:p14="http://schemas.microsoft.com/office/powerpoint/2010/main">
    <mc:Choice Requires="p14">
      <p:transition spd="slow" p14:dur="2000" advTm="42092"/>
    </mc:Choice>
    <mc:Fallback xmlns="">
      <p:transition spd="slow" advTm="4209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6">
                                            <p:bg/>
                                          </p:spTgt>
                                        </p:tgtEl>
                                        <p:attrNameLst>
                                          <p:attrName>style.visibility</p:attrName>
                                        </p:attrNameLst>
                                      </p:cBhvr>
                                      <p:to>
                                        <p:strVal val="visible"/>
                                      </p:to>
                                    </p:set>
                                    <p:anim calcmode="lin" valueType="num">
                                      <p:cBhvr>
                                        <p:cTn id="15" dur="1000" fill="hold"/>
                                        <p:tgtEl>
                                          <p:spTgt spid="6">
                                            <p:bg/>
                                          </p:spTgt>
                                        </p:tgtEl>
                                        <p:attrNameLst>
                                          <p:attrName>ppt_w</p:attrName>
                                        </p:attrNameLst>
                                      </p:cBhvr>
                                      <p:tavLst>
                                        <p:tav tm="0">
                                          <p:val>
                                            <p:fltVal val="0"/>
                                          </p:val>
                                        </p:tav>
                                        <p:tav tm="100000">
                                          <p:val>
                                            <p:strVal val="#ppt_w"/>
                                          </p:val>
                                        </p:tav>
                                      </p:tavLst>
                                    </p:anim>
                                    <p:anim calcmode="lin" valueType="num">
                                      <p:cBhvr>
                                        <p:cTn id="16" dur="1000" fill="hold"/>
                                        <p:tgtEl>
                                          <p:spTgt spid="6">
                                            <p:bg/>
                                          </p:spTgt>
                                        </p:tgtEl>
                                        <p:attrNameLst>
                                          <p:attrName>ppt_h</p:attrName>
                                        </p:attrNameLst>
                                      </p:cBhvr>
                                      <p:tavLst>
                                        <p:tav tm="0">
                                          <p:val>
                                            <p:fltVal val="0"/>
                                          </p:val>
                                        </p:tav>
                                        <p:tav tm="100000">
                                          <p:val>
                                            <p:strVal val="#ppt_h"/>
                                          </p:val>
                                        </p:tav>
                                      </p:tavLst>
                                    </p:anim>
                                    <p:anim calcmode="lin" valueType="num">
                                      <p:cBhvr>
                                        <p:cTn id="17" dur="1000" fill="hold"/>
                                        <p:tgtEl>
                                          <p:spTgt spid="6">
                                            <p:bg/>
                                          </p:spTgt>
                                        </p:tgtEl>
                                        <p:attrNameLst>
                                          <p:attrName>style.rotation</p:attrName>
                                        </p:attrNameLst>
                                      </p:cBhvr>
                                      <p:tavLst>
                                        <p:tav tm="0">
                                          <p:val>
                                            <p:fltVal val="90"/>
                                          </p:val>
                                        </p:tav>
                                        <p:tav tm="100000">
                                          <p:val>
                                            <p:fltVal val="0"/>
                                          </p:val>
                                        </p:tav>
                                      </p:tavLst>
                                    </p:anim>
                                    <p:animEffect transition="in" filter="fade">
                                      <p:cBhvr>
                                        <p:cTn id="18" dur="1000"/>
                                        <p:tgtEl>
                                          <p:spTgt spid="6">
                                            <p:bg/>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anim calcmode="lin" valueType="num">
                                      <p:cBhvr>
                                        <p:cTn id="23" dur="1000" fill="hold"/>
                                        <p:tgtEl>
                                          <p:spTgt spid="6">
                                            <p:txEl>
                                              <p:pRg st="0" end="0"/>
                                            </p:txEl>
                                          </p:spTgt>
                                        </p:tgtEl>
                                        <p:attrNameLst>
                                          <p:attrName>ppt_w</p:attrName>
                                        </p:attrNameLst>
                                      </p:cBhvr>
                                      <p:tavLst>
                                        <p:tav tm="0">
                                          <p:val>
                                            <p:fltVal val="0"/>
                                          </p:val>
                                        </p:tav>
                                        <p:tav tm="100000">
                                          <p:val>
                                            <p:strVal val="#ppt_w"/>
                                          </p:val>
                                        </p:tav>
                                      </p:tavLst>
                                    </p:anim>
                                    <p:anim calcmode="lin" valueType="num">
                                      <p:cBhvr>
                                        <p:cTn id="24" dur="1000" fill="hold"/>
                                        <p:tgtEl>
                                          <p:spTgt spid="6">
                                            <p:txEl>
                                              <p:pRg st="0" end="0"/>
                                            </p:txEl>
                                          </p:spTgt>
                                        </p:tgtEl>
                                        <p:attrNameLst>
                                          <p:attrName>ppt_h</p:attrName>
                                        </p:attrNameLst>
                                      </p:cBhvr>
                                      <p:tavLst>
                                        <p:tav tm="0">
                                          <p:val>
                                            <p:fltVal val="0"/>
                                          </p:val>
                                        </p:tav>
                                        <p:tav tm="100000">
                                          <p:val>
                                            <p:strVal val="#ppt_h"/>
                                          </p:val>
                                        </p:tav>
                                      </p:tavLst>
                                    </p:anim>
                                    <p:anim calcmode="lin" valueType="num">
                                      <p:cBhvr>
                                        <p:cTn id="25" dur="1000" fill="hold"/>
                                        <p:tgtEl>
                                          <p:spTgt spid="6">
                                            <p:txEl>
                                              <p:pRg st="0" end="0"/>
                                            </p:txEl>
                                          </p:spTgt>
                                        </p:tgtEl>
                                        <p:attrNameLst>
                                          <p:attrName>style.rotation</p:attrName>
                                        </p:attrNameLst>
                                      </p:cBhvr>
                                      <p:tavLst>
                                        <p:tav tm="0">
                                          <p:val>
                                            <p:fltVal val="90"/>
                                          </p:val>
                                        </p:tav>
                                        <p:tav tm="100000">
                                          <p:val>
                                            <p:fltVal val="0"/>
                                          </p:val>
                                        </p:tav>
                                      </p:tavLst>
                                    </p:anim>
                                    <p:animEffect transition="in" filter="fade">
                                      <p:cBhvr>
                                        <p:cTn id="26" dur="1000"/>
                                        <p:tgtEl>
                                          <p:spTgt spid="6">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p:cTn id="31" dur="1000" fill="hold"/>
                                        <p:tgtEl>
                                          <p:spTgt spid="9"/>
                                        </p:tgtEl>
                                        <p:attrNameLst>
                                          <p:attrName>ppt_w</p:attrName>
                                        </p:attrNameLst>
                                      </p:cBhvr>
                                      <p:tavLst>
                                        <p:tav tm="0">
                                          <p:val>
                                            <p:fltVal val="0"/>
                                          </p:val>
                                        </p:tav>
                                        <p:tav tm="100000">
                                          <p:val>
                                            <p:strVal val="#ppt_w"/>
                                          </p:val>
                                        </p:tav>
                                      </p:tavLst>
                                    </p:anim>
                                    <p:anim calcmode="lin" valueType="num">
                                      <p:cBhvr>
                                        <p:cTn id="32" dur="1000" fill="hold"/>
                                        <p:tgtEl>
                                          <p:spTgt spid="9"/>
                                        </p:tgtEl>
                                        <p:attrNameLst>
                                          <p:attrName>ppt_h</p:attrName>
                                        </p:attrNameLst>
                                      </p:cBhvr>
                                      <p:tavLst>
                                        <p:tav tm="0">
                                          <p:val>
                                            <p:fltVal val="0"/>
                                          </p:val>
                                        </p:tav>
                                        <p:tav tm="100000">
                                          <p:val>
                                            <p:strVal val="#ppt_h"/>
                                          </p:val>
                                        </p:tav>
                                      </p:tavLst>
                                    </p:anim>
                                    <p:anim calcmode="lin" valueType="num">
                                      <p:cBhvr>
                                        <p:cTn id="33" dur="1000" fill="hold"/>
                                        <p:tgtEl>
                                          <p:spTgt spid="9"/>
                                        </p:tgtEl>
                                        <p:attrNameLst>
                                          <p:attrName>style.rotation</p:attrName>
                                        </p:attrNameLst>
                                      </p:cBhvr>
                                      <p:tavLst>
                                        <p:tav tm="0">
                                          <p:val>
                                            <p:fltVal val="90"/>
                                          </p:val>
                                        </p:tav>
                                        <p:tav tm="100000">
                                          <p:val>
                                            <p:fltVal val="0"/>
                                          </p:val>
                                        </p:tav>
                                      </p:tavLst>
                                    </p:anim>
                                    <p:animEffect transition="in" filter="fade">
                                      <p:cBhvr>
                                        <p:cTn id="34" dur="10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p:cTn id="39" dur="1000" fill="hold"/>
                                        <p:tgtEl>
                                          <p:spTgt spid="10"/>
                                        </p:tgtEl>
                                        <p:attrNameLst>
                                          <p:attrName>ppt_w</p:attrName>
                                        </p:attrNameLst>
                                      </p:cBhvr>
                                      <p:tavLst>
                                        <p:tav tm="0">
                                          <p:val>
                                            <p:fltVal val="0"/>
                                          </p:val>
                                        </p:tav>
                                        <p:tav tm="100000">
                                          <p:val>
                                            <p:strVal val="#ppt_w"/>
                                          </p:val>
                                        </p:tav>
                                      </p:tavLst>
                                    </p:anim>
                                    <p:anim calcmode="lin" valueType="num">
                                      <p:cBhvr>
                                        <p:cTn id="40" dur="1000" fill="hold"/>
                                        <p:tgtEl>
                                          <p:spTgt spid="10"/>
                                        </p:tgtEl>
                                        <p:attrNameLst>
                                          <p:attrName>ppt_h</p:attrName>
                                        </p:attrNameLst>
                                      </p:cBhvr>
                                      <p:tavLst>
                                        <p:tav tm="0">
                                          <p:val>
                                            <p:fltVal val="0"/>
                                          </p:val>
                                        </p:tav>
                                        <p:tav tm="100000">
                                          <p:val>
                                            <p:strVal val="#ppt_h"/>
                                          </p:val>
                                        </p:tav>
                                      </p:tavLst>
                                    </p:anim>
                                    <p:anim calcmode="lin" valueType="num">
                                      <p:cBhvr>
                                        <p:cTn id="41" dur="1000" fill="hold"/>
                                        <p:tgtEl>
                                          <p:spTgt spid="10"/>
                                        </p:tgtEl>
                                        <p:attrNameLst>
                                          <p:attrName>style.rotation</p:attrName>
                                        </p:attrNameLst>
                                      </p:cBhvr>
                                      <p:tavLst>
                                        <p:tav tm="0">
                                          <p:val>
                                            <p:fltVal val="90"/>
                                          </p:val>
                                        </p:tav>
                                        <p:tav tm="100000">
                                          <p:val>
                                            <p:fltVal val="0"/>
                                          </p:val>
                                        </p:tav>
                                      </p:tavLst>
                                    </p:anim>
                                    <p:animEffect transition="in" filter="fade">
                                      <p:cBhvr>
                                        <p:cTn id="42" dur="10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31"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 calcmode="lin" valueType="num">
                                      <p:cBhvr>
                                        <p:cTn id="47" dur="1000" fill="hold"/>
                                        <p:tgtEl>
                                          <p:spTgt spid="11"/>
                                        </p:tgtEl>
                                        <p:attrNameLst>
                                          <p:attrName>ppt_w</p:attrName>
                                        </p:attrNameLst>
                                      </p:cBhvr>
                                      <p:tavLst>
                                        <p:tav tm="0">
                                          <p:val>
                                            <p:fltVal val="0"/>
                                          </p:val>
                                        </p:tav>
                                        <p:tav tm="100000">
                                          <p:val>
                                            <p:strVal val="#ppt_w"/>
                                          </p:val>
                                        </p:tav>
                                      </p:tavLst>
                                    </p:anim>
                                    <p:anim calcmode="lin" valueType="num">
                                      <p:cBhvr>
                                        <p:cTn id="48" dur="1000" fill="hold"/>
                                        <p:tgtEl>
                                          <p:spTgt spid="11"/>
                                        </p:tgtEl>
                                        <p:attrNameLst>
                                          <p:attrName>ppt_h</p:attrName>
                                        </p:attrNameLst>
                                      </p:cBhvr>
                                      <p:tavLst>
                                        <p:tav tm="0">
                                          <p:val>
                                            <p:fltVal val="0"/>
                                          </p:val>
                                        </p:tav>
                                        <p:tav tm="100000">
                                          <p:val>
                                            <p:strVal val="#ppt_h"/>
                                          </p:val>
                                        </p:tav>
                                      </p:tavLst>
                                    </p:anim>
                                    <p:anim calcmode="lin" valueType="num">
                                      <p:cBhvr>
                                        <p:cTn id="49" dur="1000" fill="hold"/>
                                        <p:tgtEl>
                                          <p:spTgt spid="11"/>
                                        </p:tgtEl>
                                        <p:attrNameLst>
                                          <p:attrName>style.rotation</p:attrName>
                                        </p:attrNameLst>
                                      </p:cBhvr>
                                      <p:tavLst>
                                        <p:tav tm="0">
                                          <p:val>
                                            <p:fltVal val="90"/>
                                          </p:val>
                                        </p:tav>
                                        <p:tav tm="100000">
                                          <p:val>
                                            <p:fltVal val="0"/>
                                          </p:val>
                                        </p:tav>
                                      </p:tavLst>
                                    </p:anim>
                                    <p:animEffect transition="in" filter="fade">
                                      <p:cBhvr>
                                        <p:cTn id="50"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uiExpand="1" build="p" animBg="1"/>
      <p:bldP spid="9" grpId="0" animBg="1"/>
      <p:bldP spid="10" grpId="0" animBg="1"/>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4B297-A267-B922-9B29-A0896FE621A6}"/>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Implementation</a:t>
            </a:r>
          </a:p>
        </p:txBody>
      </p:sp>
      <p:sp>
        <p:nvSpPr>
          <p:cNvPr id="3" name="Content Placeholder 2">
            <a:extLst>
              <a:ext uri="{FF2B5EF4-FFF2-40B4-BE49-F238E27FC236}">
                <a16:creationId xmlns:a16="http://schemas.microsoft.com/office/drawing/2014/main" id="{9737F91F-AFBF-D32A-0337-6E4359F1DC91}"/>
              </a:ext>
            </a:extLst>
          </p:cNvPr>
          <p:cNvSpPr>
            <a:spLocks noGrp="1"/>
          </p:cNvSpPr>
          <p:nvPr>
            <p:ph idx="1"/>
          </p:nvPr>
        </p:nvSpPr>
        <p:spPr>
          <a:xfrm>
            <a:off x="6852261" y="5024395"/>
            <a:ext cx="4600519" cy="906102"/>
          </a:xfrm>
        </p:spPr>
        <p:txBody>
          <a:bodyPr>
            <a:normAutofit/>
          </a:bodyPr>
          <a:lstStyle/>
          <a:p>
            <a:pPr marL="0" indent="0">
              <a:buNone/>
            </a:pPr>
            <a:r>
              <a:rPr lang="en-US" sz="2000" b="1" dirty="0"/>
              <a:t>Implementation of Multithreading (Key Changes)</a:t>
            </a:r>
          </a:p>
        </p:txBody>
      </p:sp>
      <p:sp>
        <p:nvSpPr>
          <p:cNvPr id="4" name="Footer Placeholder 3">
            <a:extLst>
              <a:ext uri="{FF2B5EF4-FFF2-40B4-BE49-F238E27FC236}">
                <a16:creationId xmlns:a16="http://schemas.microsoft.com/office/drawing/2014/main" id="{986B2192-ADE0-B728-9741-56E4525F7493}"/>
              </a:ext>
            </a:extLst>
          </p:cNvPr>
          <p:cNvSpPr>
            <a:spLocks noGrp="1"/>
          </p:cNvSpPr>
          <p:nvPr>
            <p:ph type="ftr" sz="quarter" idx="11"/>
          </p:nvPr>
        </p:nvSpPr>
        <p:spPr>
          <a:xfrm>
            <a:off x="571209" y="6316681"/>
            <a:ext cx="6297612" cy="365125"/>
          </a:xfrm>
        </p:spPr>
        <p:txBody>
          <a:bodyPr/>
          <a:lstStyle/>
          <a:p>
            <a:r>
              <a:rPr lang="en-US" dirty="0"/>
              <a:t>Frankfurt University Of Applied Sciences, 2024-25</a:t>
            </a:r>
          </a:p>
        </p:txBody>
      </p:sp>
      <p:pic>
        <p:nvPicPr>
          <p:cNvPr id="6" name="Picture 5">
            <a:extLst>
              <a:ext uri="{FF2B5EF4-FFF2-40B4-BE49-F238E27FC236}">
                <a16:creationId xmlns:a16="http://schemas.microsoft.com/office/drawing/2014/main" id="{BB08A4A4-217A-9FC1-7D99-905AC89494F9}"/>
              </a:ext>
            </a:extLst>
          </p:cNvPr>
          <p:cNvPicPr>
            <a:picLocks noChangeAspect="1"/>
          </p:cNvPicPr>
          <p:nvPr/>
        </p:nvPicPr>
        <p:blipFill>
          <a:blip r:embed="rId4">
            <a:extLst>
              <a:ext uri="{28A0092B-C50C-407E-A947-70E740481C1C}">
                <a14:useLocalDpi xmlns:a14="http://schemas.microsoft.com/office/drawing/2010/main" val="0"/>
              </a:ext>
            </a:extLst>
          </a:blip>
          <a:srcRect b="12002"/>
          <a:stretch/>
        </p:blipFill>
        <p:spPr>
          <a:xfrm>
            <a:off x="182830" y="2665705"/>
            <a:ext cx="5860473" cy="3582695"/>
          </a:xfrm>
          <a:prstGeom prst="rect">
            <a:avLst/>
          </a:prstGeom>
          <a:ln>
            <a:solidFill>
              <a:schemeClr val="tx1"/>
            </a:solidFill>
          </a:ln>
        </p:spPr>
      </p:pic>
      <p:pic>
        <p:nvPicPr>
          <p:cNvPr id="7" name="Picture 6">
            <a:extLst>
              <a:ext uri="{FF2B5EF4-FFF2-40B4-BE49-F238E27FC236}">
                <a16:creationId xmlns:a16="http://schemas.microsoft.com/office/drawing/2014/main" id="{170FE50F-1576-4A4F-AE98-B41C4A2B3B2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01542" y="1279832"/>
            <a:ext cx="5607628" cy="3582695"/>
          </a:xfrm>
          <a:prstGeom prst="rect">
            <a:avLst/>
          </a:prstGeom>
          <a:ln>
            <a:solidFill>
              <a:schemeClr val="tx1"/>
            </a:solidFill>
          </a:ln>
        </p:spPr>
      </p:pic>
      <p:sp>
        <p:nvSpPr>
          <p:cNvPr id="8" name="Content Placeholder 2">
            <a:extLst>
              <a:ext uri="{FF2B5EF4-FFF2-40B4-BE49-F238E27FC236}">
                <a16:creationId xmlns:a16="http://schemas.microsoft.com/office/drawing/2014/main" id="{61DB2B78-9CB4-682F-89C6-99C33099100B}"/>
              </a:ext>
            </a:extLst>
          </p:cNvPr>
          <p:cNvSpPr txBox="1">
            <a:spLocks/>
          </p:cNvSpPr>
          <p:nvPr/>
        </p:nvSpPr>
        <p:spPr>
          <a:xfrm>
            <a:off x="348471" y="2325148"/>
            <a:ext cx="3758308" cy="49437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dirty="0"/>
              <a:t>Single-threaded Init() Method</a:t>
            </a:r>
            <a:endParaRPr lang="en-US" sz="2000" dirty="0"/>
          </a:p>
        </p:txBody>
      </p:sp>
      <p:sp>
        <p:nvSpPr>
          <p:cNvPr id="12" name="Oval 11">
            <a:extLst>
              <a:ext uri="{FF2B5EF4-FFF2-40B4-BE49-F238E27FC236}">
                <a16:creationId xmlns:a16="http://schemas.microsoft.com/office/drawing/2014/main" id="{E0D1B7AE-06C4-3A80-DCA5-3EC9024E0BCA}"/>
              </a:ext>
            </a:extLst>
          </p:cNvPr>
          <p:cNvSpPr/>
          <p:nvPr/>
        </p:nvSpPr>
        <p:spPr>
          <a:xfrm>
            <a:off x="4005120" y="3068721"/>
            <a:ext cx="1941095" cy="753979"/>
          </a:xfrm>
          <a:prstGeom prst="ellipse">
            <a:avLst/>
          </a:prstGeom>
          <a:solidFill>
            <a:schemeClr val="accent5">
              <a:lumMod val="40000"/>
              <a:lumOff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rgbClr val="FF0000"/>
                </a:solidFill>
              </a:rPr>
              <a:t>Simple For loop</a:t>
            </a:r>
          </a:p>
        </p:txBody>
      </p:sp>
      <p:sp>
        <p:nvSpPr>
          <p:cNvPr id="15" name="Oval 14">
            <a:extLst>
              <a:ext uri="{FF2B5EF4-FFF2-40B4-BE49-F238E27FC236}">
                <a16:creationId xmlns:a16="http://schemas.microsoft.com/office/drawing/2014/main" id="{D06CF686-BABF-4F36-348A-194855D0BDB8}"/>
              </a:ext>
            </a:extLst>
          </p:cNvPr>
          <p:cNvSpPr/>
          <p:nvPr/>
        </p:nvSpPr>
        <p:spPr>
          <a:xfrm>
            <a:off x="9865593" y="2572337"/>
            <a:ext cx="2077453" cy="753979"/>
          </a:xfrm>
          <a:prstGeom prst="ellipse">
            <a:avLst/>
          </a:prstGeom>
          <a:solidFill>
            <a:schemeClr val="accent5">
              <a:lumMod val="40000"/>
              <a:lumOff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a:solidFill>
                  <a:srgbClr val="FF0000"/>
                </a:solidFill>
              </a:rPr>
              <a:t>Parellel.for</a:t>
            </a:r>
            <a:r>
              <a:rPr lang="en-US" dirty="0">
                <a:solidFill>
                  <a:srgbClr val="FF0000"/>
                </a:solidFill>
              </a:rPr>
              <a:t> </a:t>
            </a:r>
          </a:p>
        </p:txBody>
      </p:sp>
      <p:pic>
        <p:nvPicPr>
          <p:cNvPr id="16" name="Picture 15">
            <a:extLst>
              <a:ext uri="{FF2B5EF4-FFF2-40B4-BE49-F238E27FC236}">
                <a16:creationId xmlns:a16="http://schemas.microsoft.com/office/drawing/2014/main" id="{825B518F-B1E3-8B0B-A990-246F550FCDDE}"/>
              </a:ext>
            </a:extLst>
          </p:cNvPr>
          <p:cNvPicPr>
            <a:picLocks noChangeAspect="1"/>
          </p:cNvPicPr>
          <p:nvPr/>
        </p:nvPicPr>
        <p:blipFill rotWithShape="1">
          <a:blip r:embed="rId6"/>
          <a:srcRect t="16364" r="2" b="767"/>
          <a:stretch/>
        </p:blipFill>
        <p:spPr>
          <a:xfrm>
            <a:off x="10174940" y="20055"/>
            <a:ext cx="2017059" cy="867938"/>
          </a:xfrm>
          <a:prstGeom prst="rect">
            <a:avLst/>
          </a:prstGeom>
        </p:spPr>
      </p:pic>
      <p:sp>
        <p:nvSpPr>
          <p:cNvPr id="5" name="Slide Number Placeholder 4">
            <a:extLst>
              <a:ext uri="{FF2B5EF4-FFF2-40B4-BE49-F238E27FC236}">
                <a16:creationId xmlns:a16="http://schemas.microsoft.com/office/drawing/2014/main" id="{7DB87EA9-1816-7726-9EC9-2AA7C5E6F786}"/>
              </a:ext>
            </a:extLst>
          </p:cNvPr>
          <p:cNvSpPr>
            <a:spLocks noGrp="1"/>
          </p:cNvSpPr>
          <p:nvPr>
            <p:ph type="sldNum" sz="quarter" idx="12"/>
          </p:nvPr>
        </p:nvSpPr>
        <p:spPr/>
        <p:txBody>
          <a:bodyPr/>
          <a:lstStyle/>
          <a:p>
            <a:fld id="{F43B3212-AB51-4C32-B91B-7DEDCE5605D3}" type="slidenum">
              <a:rPr lang="en-US" smtClean="0"/>
              <a:t>6</a:t>
            </a:fld>
            <a:endParaRPr lang="en-US"/>
          </a:p>
        </p:txBody>
      </p:sp>
    </p:spTree>
    <p:custDataLst>
      <p:tags r:id="rId1"/>
    </p:custDataLst>
    <p:extLst>
      <p:ext uri="{BB962C8B-B14F-4D97-AF65-F5344CB8AC3E}">
        <p14:creationId xmlns:p14="http://schemas.microsoft.com/office/powerpoint/2010/main" val="1216120634"/>
      </p:ext>
    </p:extLst>
  </p:cSld>
  <p:clrMapOvr>
    <a:masterClrMapping/>
  </p:clrMapOvr>
  <mc:AlternateContent xmlns:mc="http://schemas.openxmlformats.org/markup-compatibility/2006" xmlns:p14="http://schemas.microsoft.com/office/powerpoint/2010/main">
    <mc:Choice Requires="p14">
      <p:transition spd="slow" p14:dur="2000" advTm="50706"/>
    </mc:Choice>
    <mc:Fallback xmlns="">
      <p:transition spd="slow" advTm="5070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5CA2C-CFCE-439F-7A41-8837675F8162}"/>
              </a:ext>
            </a:extLst>
          </p:cNvPr>
          <p:cNvSpPr>
            <a:spLocks noGrp="1"/>
          </p:cNvSpPr>
          <p:nvPr>
            <p:ph type="title"/>
          </p:nvPr>
        </p:nvSpPr>
        <p:spPr>
          <a:xfrm>
            <a:off x="677334" y="609600"/>
            <a:ext cx="8740986" cy="1185864"/>
          </a:xfrm>
        </p:spPr>
        <p:txBody>
          <a:bodyPr>
            <a:normAutofit fontScale="90000"/>
          </a:bodyPr>
          <a:lstStyle/>
          <a:p>
            <a:r>
              <a:rPr lang="en-US" b="1" dirty="0">
                <a:latin typeface="Times New Roman" panose="02020603050405020304" pitchFamily="18" charset="0"/>
                <a:cs typeface="Times New Roman" panose="02020603050405020304" pitchFamily="18" charset="0"/>
              </a:rPr>
              <a:t>Why </a:t>
            </a:r>
            <a:r>
              <a:rPr lang="en-US" b="1" dirty="0" err="1">
                <a:latin typeface="Times New Roman" panose="02020603050405020304" pitchFamily="18" charset="0"/>
                <a:cs typeface="Times New Roman" panose="02020603050405020304" pitchFamily="18" charset="0"/>
              </a:rPr>
              <a:t>Parallel.For</a:t>
            </a:r>
            <a:r>
              <a:rPr lang="en-US" b="1" dirty="0">
                <a:latin typeface="Times New Roman" panose="02020603050405020304" pitchFamily="18" charset="0"/>
                <a:cs typeface="Times New Roman" panose="02020603050405020304" pitchFamily="18" charset="0"/>
              </a:rPr>
              <a:t>() is Better Than Async for Matrix Initialization  </a:t>
            </a:r>
            <a:br>
              <a:rPr lang="en-US" b="1" dirty="0"/>
            </a:br>
            <a:endParaRPr lang="en-US" dirty="0"/>
          </a:p>
        </p:txBody>
      </p:sp>
      <p:sp>
        <p:nvSpPr>
          <p:cNvPr id="4" name="Footer Placeholder 3">
            <a:extLst>
              <a:ext uri="{FF2B5EF4-FFF2-40B4-BE49-F238E27FC236}">
                <a16:creationId xmlns:a16="http://schemas.microsoft.com/office/drawing/2014/main" id="{FBD317D0-9D86-63FD-A0C7-ED7A06A587CE}"/>
              </a:ext>
            </a:extLst>
          </p:cNvPr>
          <p:cNvSpPr>
            <a:spLocks noGrp="1"/>
          </p:cNvSpPr>
          <p:nvPr>
            <p:ph type="ftr" sz="quarter" idx="11"/>
          </p:nvPr>
        </p:nvSpPr>
        <p:spPr/>
        <p:txBody>
          <a:bodyPr/>
          <a:lstStyle/>
          <a:p>
            <a:r>
              <a:rPr lang="en-US" dirty="0"/>
              <a:t>Frankfurt University Of Applied Sciences, 2024-25</a:t>
            </a:r>
          </a:p>
        </p:txBody>
      </p:sp>
      <p:sp>
        <p:nvSpPr>
          <p:cNvPr id="8" name="Flowchart: Data 7">
            <a:extLst>
              <a:ext uri="{FF2B5EF4-FFF2-40B4-BE49-F238E27FC236}">
                <a16:creationId xmlns:a16="http://schemas.microsoft.com/office/drawing/2014/main" id="{78B24462-2BA6-8ED7-532B-D0E0F4CC83F0}"/>
              </a:ext>
            </a:extLst>
          </p:cNvPr>
          <p:cNvSpPr/>
          <p:nvPr/>
        </p:nvSpPr>
        <p:spPr>
          <a:xfrm>
            <a:off x="0" y="1936215"/>
            <a:ext cx="4700016" cy="438912"/>
          </a:xfrm>
          <a:prstGeom prst="flowChartInputOutput">
            <a:avLst/>
          </a:prstGeom>
          <a:solidFill>
            <a:schemeClr val="accent6">
              <a:lumMod val="75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b="1" i="0" dirty="0">
                <a:solidFill>
                  <a:srgbClr val="1F2328"/>
                </a:solidFill>
                <a:effectLst/>
                <a:latin typeface="-apple-system"/>
              </a:rPr>
              <a:t>Automatic Load Balancing</a:t>
            </a:r>
            <a:endParaRPr lang="en-US" dirty="0"/>
          </a:p>
        </p:txBody>
      </p:sp>
      <p:sp>
        <p:nvSpPr>
          <p:cNvPr id="9" name="Flowchart: Data 8">
            <a:extLst>
              <a:ext uri="{FF2B5EF4-FFF2-40B4-BE49-F238E27FC236}">
                <a16:creationId xmlns:a16="http://schemas.microsoft.com/office/drawing/2014/main" id="{BF935B49-3046-F3C9-8D93-8D475105A481}"/>
              </a:ext>
            </a:extLst>
          </p:cNvPr>
          <p:cNvSpPr/>
          <p:nvPr/>
        </p:nvSpPr>
        <p:spPr>
          <a:xfrm>
            <a:off x="1316736" y="3405040"/>
            <a:ext cx="6034362" cy="438912"/>
          </a:xfrm>
          <a:prstGeom prst="flowChartInputOutpu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b="1" i="0" dirty="0">
                <a:solidFill>
                  <a:srgbClr val="1F2328"/>
                </a:solidFill>
                <a:effectLst/>
                <a:latin typeface="-apple-system"/>
              </a:rPr>
              <a:t>Reduced Synchronization Overhead</a:t>
            </a:r>
            <a:endParaRPr lang="en-US" dirty="0"/>
          </a:p>
        </p:txBody>
      </p:sp>
      <p:sp>
        <p:nvSpPr>
          <p:cNvPr id="10" name="Flowchart: Data 9">
            <a:extLst>
              <a:ext uri="{FF2B5EF4-FFF2-40B4-BE49-F238E27FC236}">
                <a16:creationId xmlns:a16="http://schemas.microsoft.com/office/drawing/2014/main" id="{3D1E07C4-E022-E02A-C00E-5F38B714D3B2}"/>
              </a:ext>
            </a:extLst>
          </p:cNvPr>
          <p:cNvSpPr/>
          <p:nvPr/>
        </p:nvSpPr>
        <p:spPr>
          <a:xfrm>
            <a:off x="4471077" y="4843081"/>
            <a:ext cx="4884834" cy="438912"/>
          </a:xfrm>
          <a:prstGeom prst="flowChartInputOutput">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b="1" i="0" dirty="0">
                <a:solidFill>
                  <a:srgbClr val="1F2328"/>
                </a:solidFill>
                <a:effectLst/>
                <a:latin typeface="-apple-system"/>
              </a:rPr>
              <a:t>Dynamic Thread Adjustment</a:t>
            </a:r>
            <a:endParaRPr lang="en-US" dirty="0"/>
          </a:p>
        </p:txBody>
      </p:sp>
      <p:sp>
        <p:nvSpPr>
          <p:cNvPr id="11" name="Flowchart: Data 10">
            <a:extLst>
              <a:ext uri="{FF2B5EF4-FFF2-40B4-BE49-F238E27FC236}">
                <a16:creationId xmlns:a16="http://schemas.microsoft.com/office/drawing/2014/main" id="{3FDD9923-FADC-3A45-F008-EE05B20FD3B7}"/>
              </a:ext>
            </a:extLst>
          </p:cNvPr>
          <p:cNvSpPr/>
          <p:nvPr/>
        </p:nvSpPr>
        <p:spPr>
          <a:xfrm>
            <a:off x="5890815" y="5673643"/>
            <a:ext cx="4596384" cy="438912"/>
          </a:xfrm>
          <a:prstGeom prst="flowChartInputOutput">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b="1" i="0" dirty="0">
                <a:solidFill>
                  <a:srgbClr val="1F2328"/>
                </a:solidFill>
                <a:effectLst/>
                <a:latin typeface="-apple-system"/>
              </a:rPr>
              <a:t>Non-Blocking Execution</a:t>
            </a:r>
            <a:endParaRPr lang="en-US" dirty="0"/>
          </a:p>
        </p:txBody>
      </p:sp>
      <p:sp>
        <p:nvSpPr>
          <p:cNvPr id="12" name="Flowchart: Data 11">
            <a:extLst>
              <a:ext uri="{FF2B5EF4-FFF2-40B4-BE49-F238E27FC236}">
                <a16:creationId xmlns:a16="http://schemas.microsoft.com/office/drawing/2014/main" id="{DC24DA3A-33A3-EBCC-8B54-018CF8EAA64B}"/>
              </a:ext>
            </a:extLst>
          </p:cNvPr>
          <p:cNvSpPr/>
          <p:nvPr/>
        </p:nvSpPr>
        <p:spPr>
          <a:xfrm>
            <a:off x="177894" y="2670627"/>
            <a:ext cx="5354226" cy="438912"/>
          </a:xfrm>
          <a:prstGeom prst="flowChartInputOutput">
            <a:avLst/>
          </a:prstGeom>
          <a:solidFill>
            <a:schemeClr val="accent6"/>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b="1" i="0" dirty="0">
                <a:solidFill>
                  <a:srgbClr val="1F2328"/>
                </a:solidFill>
                <a:effectLst/>
                <a:latin typeface="-apple-system"/>
              </a:rPr>
              <a:t>Optimized for Short-Lived Tasks</a:t>
            </a:r>
            <a:endParaRPr lang="en-US" dirty="0"/>
          </a:p>
        </p:txBody>
      </p:sp>
      <p:sp>
        <p:nvSpPr>
          <p:cNvPr id="15" name="Flowchart: Data 14">
            <a:extLst>
              <a:ext uri="{FF2B5EF4-FFF2-40B4-BE49-F238E27FC236}">
                <a16:creationId xmlns:a16="http://schemas.microsoft.com/office/drawing/2014/main" id="{9E58A200-72F9-AF2B-12D8-BA8BD9BE503B}"/>
              </a:ext>
            </a:extLst>
          </p:cNvPr>
          <p:cNvSpPr/>
          <p:nvPr/>
        </p:nvSpPr>
        <p:spPr>
          <a:xfrm>
            <a:off x="2747287" y="4101525"/>
            <a:ext cx="5770833" cy="438912"/>
          </a:xfrm>
          <a:prstGeom prst="flowChartInputOutput">
            <a:avLst/>
          </a:prstGeom>
          <a:solidFill>
            <a:schemeClr val="accent6">
              <a:lumMod val="40000"/>
              <a:lumOff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b="1" i="0" dirty="0">
                <a:solidFill>
                  <a:srgbClr val="1F2328"/>
                </a:solidFill>
                <a:effectLst/>
                <a:latin typeface="-apple-system"/>
              </a:rPr>
              <a:t>No Explicit Thread Management</a:t>
            </a:r>
            <a:endParaRPr lang="en-US" dirty="0"/>
          </a:p>
        </p:txBody>
      </p:sp>
      <p:pic>
        <p:nvPicPr>
          <p:cNvPr id="16" name="Picture 15">
            <a:extLst>
              <a:ext uri="{FF2B5EF4-FFF2-40B4-BE49-F238E27FC236}">
                <a16:creationId xmlns:a16="http://schemas.microsoft.com/office/drawing/2014/main" id="{7C49EB0A-EE6A-A323-A95B-8D7A462BF915}"/>
              </a:ext>
            </a:extLst>
          </p:cNvPr>
          <p:cNvPicPr>
            <a:picLocks noChangeAspect="1"/>
          </p:cNvPicPr>
          <p:nvPr/>
        </p:nvPicPr>
        <p:blipFill rotWithShape="1">
          <a:blip r:embed="rId4"/>
          <a:srcRect t="16364" r="2" b="767"/>
          <a:stretch/>
        </p:blipFill>
        <p:spPr>
          <a:xfrm>
            <a:off x="10174940" y="20055"/>
            <a:ext cx="2017059" cy="867938"/>
          </a:xfrm>
          <a:prstGeom prst="rect">
            <a:avLst/>
          </a:prstGeom>
        </p:spPr>
      </p:pic>
      <p:sp>
        <p:nvSpPr>
          <p:cNvPr id="3" name="Slide Number Placeholder 2">
            <a:extLst>
              <a:ext uri="{FF2B5EF4-FFF2-40B4-BE49-F238E27FC236}">
                <a16:creationId xmlns:a16="http://schemas.microsoft.com/office/drawing/2014/main" id="{65CAFB3E-D09A-B04E-0D98-7E362E66CC5D}"/>
              </a:ext>
            </a:extLst>
          </p:cNvPr>
          <p:cNvSpPr>
            <a:spLocks noGrp="1"/>
          </p:cNvSpPr>
          <p:nvPr>
            <p:ph type="sldNum" sz="quarter" idx="12"/>
          </p:nvPr>
        </p:nvSpPr>
        <p:spPr/>
        <p:txBody>
          <a:bodyPr/>
          <a:lstStyle/>
          <a:p>
            <a:fld id="{F43B3212-AB51-4C32-B91B-7DEDCE5605D3}" type="slidenum">
              <a:rPr lang="en-US" smtClean="0"/>
              <a:t>7</a:t>
            </a:fld>
            <a:endParaRPr lang="en-US"/>
          </a:p>
        </p:txBody>
      </p:sp>
    </p:spTree>
    <p:custDataLst>
      <p:tags r:id="rId1"/>
    </p:custDataLst>
    <p:extLst>
      <p:ext uri="{BB962C8B-B14F-4D97-AF65-F5344CB8AC3E}">
        <p14:creationId xmlns:p14="http://schemas.microsoft.com/office/powerpoint/2010/main" val="4106249399"/>
      </p:ext>
    </p:extLst>
  </p:cSld>
  <p:clrMapOvr>
    <a:masterClrMapping/>
  </p:clrMapOvr>
  <mc:AlternateContent xmlns:mc="http://schemas.openxmlformats.org/markup-compatibility/2006" xmlns:p14="http://schemas.microsoft.com/office/powerpoint/2010/main">
    <mc:Choice Requires="p14">
      <p:transition spd="slow" p14:dur="2000" advTm="67732"/>
    </mc:Choice>
    <mc:Fallback xmlns="">
      <p:transition spd="slow" advTm="6773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1000"/>
                                        <p:tgtEl>
                                          <p:spTgt spid="15"/>
                                        </p:tgtEl>
                                      </p:cBhvr>
                                    </p:animEffect>
                                    <p:anim calcmode="lin" valueType="num">
                                      <p:cBhvr>
                                        <p:cTn id="29" dur="1000" fill="hold"/>
                                        <p:tgtEl>
                                          <p:spTgt spid="15"/>
                                        </p:tgtEl>
                                        <p:attrNameLst>
                                          <p:attrName>ppt_x</p:attrName>
                                        </p:attrNameLst>
                                      </p:cBhvr>
                                      <p:tavLst>
                                        <p:tav tm="0">
                                          <p:val>
                                            <p:strVal val="#ppt_x"/>
                                          </p:val>
                                        </p:tav>
                                        <p:tav tm="100000">
                                          <p:val>
                                            <p:strVal val="#ppt_x"/>
                                          </p:val>
                                        </p:tav>
                                      </p:tavLst>
                                    </p:anim>
                                    <p:anim calcmode="lin" valueType="num">
                                      <p:cBhvr>
                                        <p:cTn id="30"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anim calcmode="lin" valueType="num">
                                      <p:cBhvr>
                                        <p:cTn id="43" dur="1000" fill="hold"/>
                                        <p:tgtEl>
                                          <p:spTgt spid="11"/>
                                        </p:tgtEl>
                                        <p:attrNameLst>
                                          <p:attrName>ppt_x</p:attrName>
                                        </p:attrNameLst>
                                      </p:cBhvr>
                                      <p:tavLst>
                                        <p:tav tm="0">
                                          <p:val>
                                            <p:strVal val="#ppt_x"/>
                                          </p:val>
                                        </p:tav>
                                        <p:tav tm="100000">
                                          <p:val>
                                            <p:strVal val="#ppt_x"/>
                                          </p:val>
                                        </p:tav>
                                      </p:tavLst>
                                    </p:anim>
                                    <p:anim calcmode="lin" valueType="num">
                                      <p:cBhvr>
                                        <p:cTn id="4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F3DA43B-99AA-B4D1-C374-76366ABDEEC6}"/>
              </a:ext>
            </a:extLst>
          </p:cNvPr>
          <p:cNvSpPr>
            <a:spLocks noGrp="1"/>
          </p:cNvSpPr>
          <p:nvPr>
            <p:ph type="ftr" sz="quarter" idx="11"/>
          </p:nvPr>
        </p:nvSpPr>
        <p:spPr/>
        <p:txBody>
          <a:bodyPr/>
          <a:lstStyle/>
          <a:p>
            <a:r>
              <a:rPr lang="en-US" dirty="0"/>
              <a:t>Frankfurt University Of Applied Sciences, 2024-25</a:t>
            </a:r>
          </a:p>
        </p:txBody>
      </p:sp>
      <p:pic>
        <p:nvPicPr>
          <p:cNvPr id="5" name="Content Placeholder 4">
            <a:extLst>
              <a:ext uri="{FF2B5EF4-FFF2-40B4-BE49-F238E27FC236}">
                <a16:creationId xmlns:a16="http://schemas.microsoft.com/office/drawing/2014/main" id="{E95CD80C-7B9D-ED74-6DD7-C302A6907C56}"/>
              </a:ext>
            </a:extLst>
          </p:cNvPr>
          <p:cNvPicPr>
            <a:picLocks noGrp="1" noChangeAspect="1"/>
          </p:cNvPicPr>
          <p:nvPr>
            <p:ph idx="1"/>
          </p:nvPr>
        </p:nvPicPr>
        <p:blipFill>
          <a:blip r:embed="rId3"/>
          <a:stretch>
            <a:fillRect/>
          </a:stretch>
        </p:blipFill>
        <p:spPr>
          <a:xfrm>
            <a:off x="869358" y="1527048"/>
            <a:ext cx="8375226" cy="3602736"/>
          </a:xfrm>
          <a:prstGeom prst="rect">
            <a:avLst/>
          </a:prstGeom>
          <a:ln>
            <a:solidFill>
              <a:schemeClr val="tx1"/>
            </a:solidFill>
          </a:ln>
        </p:spPr>
      </p:pic>
      <p:pic>
        <p:nvPicPr>
          <p:cNvPr id="6" name="Picture 5">
            <a:extLst>
              <a:ext uri="{FF2B5EF4-FFF2-40B4-BE49-F238E27FC236}">
                <a16:creationId xmlns:a16="http://schemas.microsoft.com/office/drawing/2014/main" id="{B1C84219-F144-456D-2B64-DADEE2C14B81}"/>
              </a:ext>
            </a:extLst>
          </p:cNvPr>
          <p:cNvPicPr>
            <a:picLocks noChangeAspect="1"/>
          </p:cNvPicPr>
          <p:nvPr/>
        </p:nvPicPr>
        <p:blipFill rotWithShape="1">
          <a:blip r:embed="rId4"/>
          <a:srcRect t="16364" r="2" b="767"/>
          <a:stretch/>
        </p:blipFill>
        <p:spPr>
          <a:xfrm>
            <a:off x="10174940" y="20055"/>
            <a:ext cx="2017059" cy="867938"/>
          </a:xfrm>
          <a:prstGeom prst="rect">
            <a:avLst/>
          </a:prstGeom>
        </p:spPr>
      </p:pic>
      <p:sp>
        <p:nvSpPr>
          <p:cNvPr id="2" name="Slide Number Placeholder 1">
            <a:extLst>
              <a:ext uri="{FF2B5EF4-FFF2-40B4-BE49-F238E27FC236}">
                <a16:creationId xmlns:a16="http://schemas.microsoft.com/office/drawing/2014/main" id="{1ADDF800-641A-2C85-D719-5303A28C2371}"/>
              </a:ext>
            </a:extLst>
          </p:cNvPr>
          <p:cNvSpPr>
            <a:spLocks noGrp="1"/>
          </p:cNvSpPr>
          <p:nvPr>
            <p:ph type="sldNum" sz="quarter" idx="12"/>
          </p:nvPr>
        </p:nvSpPr>
        <p:spPr/>
        <p:txBody>
          <a:bodyPr/>
          <a:lstStyle/>
          <a:p>
            <a:fld id="{F43B3212-AB51-4C32-B91B-7DEDCE5605D3}" type="slidenum">
              <a:rPr lang="en-US" smtClean="0"/>
              <a:t>8</a:t>
            </a:fld>
            <a:endParaRPr lang="en-US"/>
          </a:p>
        </p:txBody>
      </p:sp>
    </p:spTree>
    <p:extLst>
      <p:ext uri="{BB962C8B-B14F-4D97-AF65-F5344CB8AC3E}">
        <p14:creationId xmlns:p14="http://schemas.microsoft.com/office/powerpoint/2010/main" val="1439287270"/>
      </p:ext>
    </p:extLst>
  </p:cSld>
  <p:clrMapOvr>
    <a:masterClrMapping/>
  </p:clrMapOvr>
  <mc:AlternateContent xmlns:mc="http://schemas.openxmlformats.org/markup-compatibility/2006" xmlns:p14="http://schemas.microsoft.com/office/powerpoint/2010/main">
    <mc:Choice Requires="p14">
      <p:transition spd="slow" p14:dur="2000" advTm="38326"/>
    </mc:Choice>
    <mc:Fallback xmlns="">
      <p:transition spd="slow" advTm="38326"/>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210FB-F5A5-F54E-E0B2-B91E643324B7}"/>
              </a:ext>
            </a:extLst>
          </p:cNvPr>
          <p:cNvSpPr>
            <a:spLocks noGrp="1"/>
          </p:cNvSpPr>
          <p:nvPr>
            <p:ph type="title"/>
          </p:nvPr>
        </p:nvSpPr>
        <p:spPr>
          <a:xfrm>
            <a:off x="677334" y="609600"/>
            <a:ext cx="8596668" cy="689598"/>
          </a:xfrm>
        </p:spPr>
        <p:txBody>
          <a:bodyPr>
            <a:normAutofit fontScale="90000"/>
          </a:bodyPr>
          <a:lstStyle/>
          <a:p>
            <a:r>
              <a:rPr lang="en-US" sz="4000" b="1" dirty="0">
                <a:latin typeface="Times New Roman" panose="02020603050405020304" pitchFamily="18" charset="0"/>
                <a:cs typeface="Times New Roman" panose="02020603050405020304" pitchFamily="18" charset="0"/>
              </a:rPr>
              <a:t>Implementing Four Optimization Methods</a:t>
            </a:r>
            <a:endParaRPr lang="en-US" sz="40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2BAB92EA-4570-79DB-3E84-7EA0C706D85E}"/>
              </a:ext>
            </a:extLst>
          </p:cNvPr>
          <p:cNvSpPr>
            <a:spLocks noGrp="1"/>
          </p:cNvSpPr>
          <p:nvPr>
            <p:ph type="ftr" sz="quarter" idx="11"/>
          </p:nvPr>
        </p:nvSpPr>
        <p:spPr/>
        <p:txBody>
          <a:bodyPr/>
          <a:lstStyle/>
          <a:p>
            <a:r>
              <a:rPr lang="en-US" dirty="0"/>
              <a:t>Frankfurt University Of Applied Sciences, 2024-25</a:t>
            </a:r>
          </a:p>
        </p:txBody>
      </p:sp>
      <p:sp>
        <p:nvSpPr>
          <p:cNvPr id="7" name="Oval 6">
            <a:extLst>
              <a:ext uri="{FF2B5EF4-FFF2-40B4-BE49-F238E27FC236}">
                <a16:creationId xmlns:a16="http://schemas.microsoft.com/office/drawing/2014/main" id="{67EC7321-03BF-249B-DD76-20D1B4C1F6DD}"/>
              </a:ext>
            </a:extLst>
          </p:cNvPr>
          <p:cNvSpPr/>
          <p:nvPr/>
        </p:nvSpPr>
        <p:spPr>
          <a:xfrm>
            <a:off x="2006386" y="4404804"/>
            <a:ext cx="2474976" cy="825563"/>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b="1" dirty="0" err="1"/>
              <a:t>InitParallelRegularDictionary</a:t>
            </a:r>
            <a:r>
              <a:rPr lang="en-US" sz="1400" b="1" dirty="0"/>
              <a:t>()</a:t>
            </a:r>
            <a:endParaRPr lang="en-US" sz="1400" dirty="0"/>
          </a:p>
        </p:txBody>
      </p:sp>
      <p:pic>
        <p:nvPicPr>
          <p:cNvPr id="10" name="Content Placeholder 5">
            <a:extLst>
              <a:ext uri="{FF2B5EF4-FFF2-40B4-BE49-F238E27FC236}">
                <a16:creationId xmlns:a16="http://schemas.microsoft.com/office/drawing/2014/main" id="{F40E92FE-2B07-FAFA-082F-86173E4DA27B}"/>
              </a:ext>
            </a:extLst>
          </p:cNvPr>
          <p:cNvPicPr>
            <a:picLocks noChangeAspect="1"/>
          </p:cNvPicPr>
          <p:nvPr/>
        </p:nvPicPr>
        <p:blipFill>
          <a:blip r:embed="rId3">
            <a:extLst>
              <a:ext uri="{28A0092B-C50C-407E-A947-70E740481C1C}">
                <a14:useLocalDpi xmlns:a14="http://schemas.microsoft.com/office/drawing/2010/main" val="0"/>
              </a:ext>
            </a:extLst>
          </a:blip>
          <a:srcRect r="1250"/>
          <a:stretch/>
        </p:blipFill>
        <p:spPr>
          <a:xfrm>
            <a:off x="393795" y="1283820"/>
            <a:ext cx="8978805" cy="4624615"/>
          </a:xfrm>
          <a:prstGeom prst="rect">
            <a:avLst/>
          </a:prstGeom>
        </p:spPr>
      </p:pic>
      <p:pic>
        <p:nvPicPr>
          <p:cNvPr id="13" name="Picture 12">
            <a:extLst>
              <a:ext uri="{FF2B5EF4-FFF2-40B4-BE49-F238E27FC236}">
                <a16:creationId xmlns:a16="http://schemas.microsoft.com/office/drawing/2014/main" id="{9C747FD3-E7B9-7396-7A19-8975B5AA4C55}"/>
              </a:ext>
            </a:extLst>
          </p:cNvPr>
          <p:cNvPicPr>
            <a:picLocks noChangeAspect="1"/>
          </p:cNvPicPr>
          <p:nvPr/>
        </p:nvPicPr>
        <p:blipFill rotWithShape="1">
          <a:blip r:embed="rId4"/>
          <a:srcRect t="16364" r="2" b="767"/>
          <a:stretch/>
        </p:blipFill>
        <p:spPr>
          <a:xfrm>
            <a:off x="10174940" y="20055"/>
            <a:ext cx="2017059" cy="867938"/>
          </a:xfrm>
          <a:prstGeom prst="rect">
            <a:avLst/>
          </a:prstGeom>
        </p:spPr>
      </p:pic>
      <p:sp>
        <p:nvSpPr>
          <p:cNvPr id="3" name="Slide Number Placeholder 2">
            <a:extLst>
              <a:ext uri="{FF2B5EF4-FFF2-40B4-BE49-F238E27FC236}">
                <a16:creationId xmlns:a16="http://schemas.microsoft.com/office/drawing/2014/main" id="{A3ED0F2C-AD0C-11CC-3095-AFD0DC5B63AA}"/>
              </a:ext>
            </a:extLst>
          </p:cNvPr>
          <p:cNvSpPr>
            <a:spLocks noGrp="1"/>
          </p:cNvSpPr>
          <p:nvPr>
            <p:ph type="sldNum" sz="quarter" idx="12"/>
          </p:nvPr>
        </p:nvSpPr>
        <p:spPr/>
        <p:txBody>
          <a:bodyPr/>
          <a:lstStyle/>
          <a:p>
            <a:fld id="{F43B3212-AB51-4C32-B91B-7DEDCE5605D3}" type="slidenum">
              <a:rPr lang="en-US" smtClean="0"/>
              <a:t>9</a:t>
            </a:fld>
            <a:endParaRPr lang="en-US"/>
          </a:p>
        </p:txBody>
      </p:sp>
    </p:spTree>
    <p:extLst>
      <p:ext uri="{BB962C8B-B14F-4D97-AF65-F5344CB8AC3E}">
        <p14:creationId xmlns:p14="http://schemas.microsoft.com/office/powerpoint/2010/main" val="1801285742"/>
      </p:ext>
    </p:extLst>
  </p:cSld>
  <p:clrMapOvr>
    <a:masterClrMapping/>
  </p:clrMapOvr>
  <mc:AlternateContent xmlns:mc="http://schemas.openxmlformats.org/markup-compatibility/2006" xmlns:p14="http://schemas.microsoft.com/office/powerpoint/2010/main">
    <mc:Choice Requires="p14">
      <p:transition spd="slow" p14:dur="2000" advTm="83697"/>
    </mc:Choice>
    <mc:Fallback xmlns="">
      <p:transition spd="slow" advTm="83697"/>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EBD21-E45B-330E-B3E7-6DED301D747B}"/>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1.Single_Threaded_Optimized_Init()</a:t>
            </a:r>
          </a:p>
        </p:txBody>
      </p:sp>
      <p:sp>
        <p:nvSpPr>
          <p:cNvPr id="4" name="Footer Placeholder 3">
            <a:extLst>
              <a:ext uri="{FF2B5EF4-FFF2-40B4-BE49-F238E27FC236}">
                <a16:creationId xmlns:a16="http://schemas.microsoft.com/office/drawing/2014/main" id="{6462C8FC-2550-84A0-E9BD-66BDA49D5038}"/>
              </a:ext>
            </a:extLst>
          </p:cNvPr>
          <p:cNvSpPr>
            <a:spLocks noGrp="1"/>
          </p:cNvSpPr>
          <p:nvPr>
            <p:ph type="ftr" sz="quarter" idx="11"/>
          </p:nvPr>
        </p:nvSpPr>
        <p:spPr>
          <a:xfrm>
            <a:off x="677334" y="6406979"/>
            <a:ext cx="6297612" cy="365125"/>
          </a:xfrm>
        </p:spPr>
        <p:txBody>
          <a:bodyPr/>
          <a:lstStyle/>
          <a:p>
            <a:r>
              <a:rPr lang="en-US" dirty="0"/>
              <a:t>Frankfurt University Of Applied Sciences, 2024-25</a:t>
            </a:r>
          </a:p>
        </p:txBody>
      </p:sp>
      <p:pic>
        <p:nvPicPr>
          <p:cNvPr id="5" name="Picture 4">
            <a:extLst>
              <a:ext uri="{FF2B5EF4-FFF2-40B4-BE49-F238E27FC236}">
                <a16:creationId xmlns:a16="http://schemas.microsoft.com/office/drawing/2014/main" id="{42CD2524-FC67-FC8F-4638-53812EBA4017}"/>
              </a:ext>
            </a:extLst>
          </p:cNvPr>
          <p:cNvPicPr>
            <a:picLocks noChangeAspect="1"/>
          </p:cNvPicPr>
          <p:nvPr/>
        </p:nvPicPr>
        <p:blipFill rotWithShape="1">
          <a:blip r:embed="rId4"/>
          <a:srcRect t="16364" r="2" b="767"/>
          <a:stretch/>
        </p:blipFill>
        <p:spPr>
          <a:xfrm>
            <a:off x="10174940" y="20055"/>
            <a:ext cx="2017059" cy="867938"/>
          </a:xfrm>
          <a:prstGeom prst="rect">
            <a:avLst/>
          </a:prstGeom>
        </p:spPr>
      </p:pic>
      <p:pic>
        <p:nvPicPr>
          <p:cNvPr id="7" name="Picture 6">
            <a:extLst>
              <a:ext uri="{FF2B5EF4-FFF2-40B4-BE49-F238E27FC236}">
                <a16:creationId xmlns:a16="http://schemas.microsoft.com/office/drawing/2014/main" id="{D5B65A6A-0B11-3600-C41B-832346A97B04}"/>
              </a:ext>
            </a:extLst>
          </p:cNvPr>
          <p:cNvPicPr>
            <a:picLocks noChangeAspect="1"/>
          </p:cNvPicPr>
          <p:nvPr/>
        </p:nvPicPr>
        <p:blipFill>
          <a:blip r:embed="rId5"/>
          <a:stretch>
            <a:fillRect/>
          </a:stretch>
        </p:blipFill>
        <p:spPr>
          <a:xfrm>
            <a:off x="677334" y="1389484"/>
            <a:ext cx="6990039" cy="4858916"/>
          </a:xfrm>
          <a:prstGeom prst="rect">
            <a:avLst/>
          </a:prstGeom>
          <a:ln>
            <a:solidFill>
              <a:schemeClr val="tx1"/>
            </a:solidFill>
          </a:ln>
        </p:spPr>
      </p:pic>
      <p:sp>
        <p:nvSpPr>
          <p:cNvPr id="3" name="Slide Number Placeholder 2">
            <a:extLst>
              <a:ext uri="{FF2B5EF4-FFF2-40B4-BE49-F238E27FC236}">
                <a16:creationId xmlns:a16="http://schemas.microsoft.com/office/drawing/2014/main" id="{B4DAA212-8165-45EB-EE90-D8CE1D2AED59}"/>
              </a:ext>
            </a:extLst>
          </p:cNvPr>
          <p:cNvSpPr>
            <a:spLocks noGrp="1"/>
          </p:cNvSpPr>
          <p:nvPr>
            <p:ph type="sldNum" sz="quarter" idx="12"/>
          </p:nvPr>
        </p:nvSpPr>
        <p:spPr/>
        <p:txBody>
          <a:bodyPr/>
          <a:lstStyle/>
          <a:p>
            <a:fld id="{F43B3212-AB51-4C32-B91B-7DEDCE5605D3}" type="slidenum">
              <a:rPr lang="en-US" smtClean="0"/>
              <a:t>10</a:t>
            </a:fld>
            <a:endParaRPr lang="en-US"/>
          </a:p>
        </p:txBody>
      </p:sp>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FAFFBBC3-F235-5770-DCDF-122C06FCADEF}"/>
                  </a:ext>
                </a:extLst>
              </p14:cNvPr>
              <p14:cNvContentPartPr/>
              <p14:nvPr/>
            </p14:nvContentPartPr>
            <p14:xfrm>
              <a:off x="1050815" y="2469063"/>
              <a:ext cx="377640" cy="25920"/>
            </p14:xfrm>
          </p:contentPart>
        </mc:Choice>
        <mc:Fallback xmlns="">
          <p:pic>
            <p:nvPicPr>
              <p:cNvPr id="6" name="Ink 5">
                <a:extLst>
                  <a:ext uri="{FF2B5EF4-FFF2-40B4-BE49-F238E27FC236}">
                    <a16:creationId xmlns:a16="http://schemas.microsoft.com/office/drawing/2014/main" id="{FAFFBBC3-F235-5770-DCDF-122C06FCADEF}"/>
                  </a:ext>
                </a:extLst>
              </p:cNvPr>
              <p:cNvPicPr/>
              <p:nvPr/>
            </p:nvPicPr>
            <p:blipFill>
              <a:blip r:embed="rId9"/>
              <a:stretch>
                <a:fillRect/>
              </a:stretch>
            </p:blipFill>
            <p:spPr>
              <a:xfrm>
                <a:off x="1014815" y="2433063"/>
                <a:ext cx="449280" cy="975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C259F753-F9DC-01DB-1C56-F5FFD8660A7A}"/>
                  </a:ext>
                </a:extLst>
              </p14:cNvPr>
              <p14:cNvContentPartPr/>
              <p14:nvPr/>
            </p14:nvContentPartPr>
            <p14:xfrm>
              <a:off x="833735" y="3600903"/>
              <a:ext cx="3249000" cy="89640"/>
            </p14:xfrm>
          </p:contentPart>
        </mc:Choice>
        <mc:Fallback xmlns="">
          <p:pic>
            <p:nvPicPr>
              <p:cNvPr id="11" name="Ink 10">
                <a:extLst>
                  <a:ext uri="{FF2B5EF4-FFF2-40B4-BE49-F238E27FC236}">
                    <a16:creationId xmlns:a16="http://schemas.microsoft.com/office/drawing/2014/main" id="{C259F753-F9DC-01DB-1C56-F5FFD8660A7A}"/>
                  </a:ext>
                </a:extLst>
              </p:cNvPr>
              <p:cNvPicPr/>
              <p:nvPr/>
            </p:nvPicPr>
            <p:blipFill>
              <a:blip r:embed="rId11"/>
              <a:stretch>
                <a:fillRect/>
              </a:stretch>
            </p:blipFill>
            <p:spPr>
              <a:xfrm>
                <a:off x="816095" y="3582903"/>
                <a:ext cx="328464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3" name="Ink 12">
                <a:extLst>
                  <a:ext uri="{FF2B5EF4-FFF2-40B4-BE49-F238E27FC236}">
                    <a16:creationId xmlns:a16="http://schemas.microsoft.com/office/drawing/2014/main" id="{FA6F079E-FDA8-2286-BAE9-7652919B2C89}"/>
                  </a:ext>
                </a:extLst>
              </p14:cNvPr>
              <p14:cNvContentPartPr/>
              <p14:nvPr/>
            </p14:nvContentPartPr>
            <p14:xfrm>
              <a:off x="3009780" y="4243680"/>
              <a:ext cx="654840" cy="9000"/>
            </p14:xfrm>
          </p:contentPart>
        </mc:Choice>
        <mc:Fallback xmlns="">
          <p:pic>
            <p:nvPicPr>
              <p:cNvPr id="13" name="Ink 12">
                <a:extLst>
                  <a:ext uri="{FF2B5EF4-FFF2-40B4-BE49-F238E27FC236}">
                    <a16:creationId xmlns:a16="http://schemas.microsoft.com/office/drawing/2014/main" id="{FA6F079E-FDA8-2286-BAE9-7652919B2C89}"/>
                  </a:ext>
                </a:extLst>
              </p:cNvPr>
              <p:cNvPicPr/>
              <p:nvPr/>
            </p:nvPicPr>
            <p:blipFill>
              <a:blip r:embed="rId13"/>
              <a:stretch>
                <a:fillRect/>
              </a:stretch>
            </p:blipFill>
            <p:spPr>
              <a:xfrm>
                <a:off x="2991780" y="4226040"/>
                <a:ext cx="690480" cy="44640"/>
              </a:xfrm>
              <a:prstGeom prst="rect">
                <a:avLst/>
              </a:prstGeom>
            </p:spPr>
          </p:pic>
        </mc:Fallback>
      </mc:AlternateContent>
    </p:spTree>
    <p:custDataLst>
      <p:tags r:id="rId1"/>
    </p:custDataLst>
    <p:extLst>
      <p:ext uri="{BB962C8B-B14F-4D97-AF65-F5344CB8AC3E}">
        <p14:creationId xmlns:p14="http://schemas.microsoft.com/office/powerpoint/2010/main" val="2051524984"/>
      </p:ext>
    </p:extLst>
  </p:cSld>
  <p:clrMapOvr>
    <a:masterClrMapping/>
  </p:clrMapOvr>
  <mc:AlternateContent xmlns:mc="http://schemas.openxmlformats.org/markup-compatibility/2006" xmlns:p14="http://schemas.microsoft.com/office/powerpoint/2010/main">
    <mc:Choice Requires="p14">
      <p:transition spd="slow" p14:dur="2000" advTm="58015"/>
    </mc:Choice>
    <mc:Fallback xmlns="">
      <p:transition spd="slow" advTm="5801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04166-9F0F-AF65-35CE-FAC72C1FAC20}"/>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2.InitParallelRegularDictionary()</a:t>
            </a:r>
          </a:p>
        </p:txBody>
      </p:sp>
      <p:pic>
        <p:nvPicPr>
          <p:cNvPr id="7" name="Content Placeholder 6">
            <a:extLst>
              <a:ext uri="{FF2B5EF4-FFF2-40B4-BE49-F238E27FC236}">
                <a16:creationId xmlns:a16="http://schemas.microsoft.com/office/drawing/2014/main" id="{EA34AA58-F0AD-E39B-EED0-B2334BDB4D03}"/>
              </a:ext>
            </a:extLst>
          </p:cNvPr>
          <p:cNvPicPr>
            <a:picLocks noGrp="1" noChangeAspect="1"/>
          </p:cNvPicPr>
          <p:nvPr>
            <p:ph idx="1"/>
          </p:nvPr>
        </p:nvPicPr>
        <p:blipFill>
          <a:blip r:embed="rId4"/>
          <a:stretch>
            <a:fillRect/>
          </a:stretch>
        </p:blipFill>
        <p:spPr>
          <a:xfrm>
            <a:off x="356623" y="1270000"/>
            <a:ext cx="4688619" cy="4702016"/>
          </a:xfrm>
          <a:ln>
            <a:solidFill>
              <a:schemeClr val="tx1"/>
            </a:solidFill>
          </a:ln>
        </p:spPr>
      </p:pic>
      <p:sp>
        <p:nvSpPr>
          <p:cNvPr id="4" name="Footer Placeholder 3">
            <a:extLst>
              <a:ext uri="{FF2B5EF4-FFF2-40B4-BE49-F238E27FC236}">
                <a16:creationId xmlns:a16="http://schemas.microsoft.com/office/drawing/2014/main" id="{09405D7D-439E-1F91-A19F-32945259118C}"/>
              </a:ext>
            </a:extLst>
          </p:cNvPr>
          <p:cNvSpPr>
            <a:spLocks noGrp="1"/>
          </p:cNvSpPr>
          <p:nvPr>
            <p:ph type="ftr" sz="quarter" idx="11"/>
          </p:nvPr>
        </p:nvSpPr>
        <p:spPr>
          <a:xfrm>
            <a:off x="588844" y="6346469"/>
            <a:ext cx="6297612" cy="365125"/>
          </a:xfrm>
        </p:spPr>
        <p:txBody>
          <a:bodyPr/>
          <a:lstStyle/>
          <a:p>
            <a:r>
              <a:rPr lang="en-US" dirty="0"/>
              <a:t>Frankfurt University Of Applied Sciences, 2024-25</a:t>
            </a:r>
          </a:p>
        </p:txBody>
      </p:sp>
      <p:pic>
        <p:nvPicPr>
          <p:cNvPr id="5" name="Picture 4">
            <a:extLst>
              <a:ext uri="{FF2B5EF4-FFF2-40B4-BE49-F238E27FC236}">
                <a16:creationId xmlns:a16="http://schemas.microsoft.com/office/drawing/2014/main" id="{2FB0487A-2B55-6798-7601-62598C953A79}"/>
              </a:ext>
            </a:extLst>
          </p:cNvPr>
          <p:cNvPicPr>
            <a:picLocks noChangeAspect="1"/>
          </p:cNvPicPr>
          <p:nvPr/>
        </p:nvPicPr>
        <p:blipFill rotWithShape="1">
          <a:blip r:embed="rId5"/>
          <a:srcRect t="16364" r="2" b="767"/>
          <a:stretch/>
        </p:blipFill>
        <p:spPr>
          <a:xfrm>
            <a:off x="10174940" y="20055"/>
            <a:ext cx="2017059" cy="867938"/>
          </a:xfrm>
          <a:prstGeom prst="rect">
            <a:avLst/>
          </a:prstGeom>
        </p:spPr>
      </p:pic>
      <p:pic>
        <p:nvPicPr>
          <p:cNvPr id="9" name="Picture 8">
            <a:extLst>
              <a:ext uri="{FF2B5EF4-FFF2-40B4-BE49-F238E27FC236}">
                <a16:creationId xmlns:a16="http://schemas.microsoft.com/office/drawing/2014/main" id="{83A381E4-E3BD-D79D-9AFD-7C11351BB5EA}"/>
              </a:ext>
            </a:extLst>
          </p:cNvPr>
          <p:cNvPicPr>
            <a:picLocks noChangeAspect="1"/>
          </p:cNvPicPr>
          <p:nvPr/>
        </p:nvPicPr>
        <p:blipFill>
          <a:blip r:embed="rId6"/>
          <a:stretch>
            <a:fillRect/>
          </a:stretch>
        </p:blipFill>
        <p:spPr>
          <a:xfrm>
            <a:off x="5045242" y="1304260"/>
            <a:ext cx="4580887" cy="4633495"/>
          </a:xfrm>
          <a:prstGeom prst="rect">
            <a:avLst/>
          </a:prstGeom>
          <a:ln>
            <a:solidFill>
              <a:schemeClr val="tx1"/>
            </a:solidFill>
          </a:ln>
        </p:spPr>
      </p:pic>
      <p:sp>
        <p:nvSpPr>
          <p:cNvPr id="3" name="Slide Number Placeholder 2">
            <a:extLst>
              <a:ext uri="{FF2B5EF4-FFF2-40B4-BE49-F238E27FC236}">
                <a16:creationId xmlns:a16="http://schemas.microsoft.com/office/drawing/2014/main" id="{3A4237E0-6B05-3147-C493-D64729051888}"/>
              </a:ext>
            </a:extLst>
          </p:cNvPr>
          <p:cNvSpPr>
            <a:spLocks noGrp="1"/>
          </p:cNvSpPr>
          <p:nvPr>
            <p:ph type="sldNum" sz="quarter" idx="12"/>
          </p:nvPr>
        </p:nvSpPr>
        <p:spPr/>
        <p:txBody>
          <a:bodyPr/>
          <a:lstStyle/>
          <a:p>
            <a:fld id="{F43B3212-AB51-4C32-B91B-7DEDCE5605D3}" type="slidenum">
              <a:rPr lang="en-US" smtClean="0"/>
              <a:t>11</a:t>
            </a:fld>
            <a:endParaRPr lang="en-US"/>
          </a:p>
        </p:txBody>
      </p:sp>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917FEAA1-7C45-5636-E3E4-FD979C21C03C}"/>
                  </a:ext>
                </a:extLst>
              </p14:cNvPr>
              <p14:cNvContentPartPr/>
              <p14:nvPr/>
            </p14:nvContentPartPr>
            <p14:xfrm>
              <a:off x="592895" y="4058463"/>
              <a:ext cx="326880" cy="1717200"/>
            </p14:xfrm>
          </p:contentPart>
        </mc:Choice>
        <mc:Fallback xmlns="">
          <p:pic>
            <p:nvPicPr>
              <p:cNvPr id="6" name="Ink 5">
                <a:extLst>
                  <a:ext uri="{FF2B5EF4-FFF2-40B4-BE49-F238E27FC236}">
                    <a16:creationId xmlns:a16="http://schemas.microsoft.com/office/drawing/2014/main" id="{917FEAA1-7C45-5636-E3E4-FD979C21C03C}"/>
                  </a:ext>
                </a:extLst>
              </p:cNvPr>
              <p:cNvPicPr/>
              <p:nvPr/>
            </p:nvPicPr>
            <p:blipFill>
              <a:blip r:embed="rId10"/>
              <a:stretch>
                <a:fillRect/>
              </a:stretch>
            </p:blipFill>
            <p:spPr>
              <a:xfrm>
                <a:off x="575255" y="4040823"/>
                <a:ext cx="362520" cy="17528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8" name="Ink 7">
                <a:extLst>
                  <a:ext uri="{FF2B5EF4-FFF2-40B4-BE49-F238E27FC236}">
                    <a16:creationId xmlns:a16="http://schemas.microsoft.com/office/drawing/2014/main" id="{4196C1B0-852F-42C0-DADC-0E90F503EE75}"/>
                  </a:ext>
                </a:extLst>
              </p14:cNvPr>
              <p14:cNvContentPartPr/>
              <p14:nvPr/>
            </p14:nvContentPartPr>
            <p14:xfrm>
              <a:off x="1139015" y="4811943"/>
              <a:ext cx="506160" cy="30960"/>
            </p14:xfrm>
          </p:contentPart>
        </mc:Choice>
        <mc:Fallback xmlns="">
          <p:pic>
            <p:nvPicPr>
              <p:cNvPr id="8" name="Ink 7">
                <a:extLst>
                  <a:ext uri="{FF2B5EF4-FFF2-40B4-BE49-F238E27FC236}">
                    <a16:creationId xmlns:a16="http://schemas.microsoft.com/office/drawing/2014/main" id="{4196C1B0-852F-42C0-DADC-0E90F503EE75}"/>
                  </a:ext>
                </a:extLst>
              </p:cNvPr>
              <p:cNvPicPr/>
              <p:nvPr/>
            </p:nvPicPr>
            <p:blipFill>
              <a:blip r:embed="rId12"/>
              <a:stretch>
                <a:fillRect/>
              </a:stretch>
            </p:blipFill>
            <p:spPr>
              <a:xfrm>
                <a:off x="1121015" y="4794303"/>
                <a:ext cx="54180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1" name="Ink 10">
                <a:extLst>
                  <a:ext uri="{FF2B5EF4-FFF2-40B4-BE49-F238E27FC236}">
                    <a16:creationId xmlns:a16="http://schemas.microsoft.com/office/drawing/2014/main" id="{6F96B61E-1D81-4316-A653-63368A71172B}"/>
                  </a:ext>
                </a:extLst>
              </p14:cNvPr>
              <p14:cNvContentPartPr/>
              <p14:nvPr/>
            </p14:nvContentPartPr>
            <p14:xfrm>
              <a:off x="1162775" y="5381463"/>
              <a:ext cx="480600" cy="33120"/>
            </p14:xfrm>
          </p:contentPart>
        </mc:Choice>
        <mc:Fallback xmlns="">
          <p:pic>
            <p:nvPicPr>
              <p:cNvPr id="11" name="Ink 10">
                <a:extLst>
                  <a:ext uri="{FF2B5EF4-FFF2-40B4-BE49-F238E27FC236}">
                    <a16:creationId xmlns:a16="http://schemas.microsoft.com/office/drawing/2014/main" id="{6F96B61E-1D81-4316-A653-63368A71172B}"/>
                  </a:ext>
                </a:extLst>
              </p:cNvPr>
              <p:cNvPicPr/>
              <p:nvPr/>
            </p:nvPicPr>
            <p:blipFill>
              <a:blip r:embed="rId14"/>
              <a:stretch>
                <a:fillRect/>
              </a:stretch>
            </p:blipFill>
            <p:spPr>
              <a:xfrm>
                <a:off x="1145135" y="5363463"/>
                <a:ext cx="51624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2" name="Ink 11">
                <a:extLst>
                  <a:ext uri="{FF2B5EF4-FFF2-40B4-BE49-F238E27FC236}">
                    <a16:creationId xmlns:a16="http://schemas.microsoft.com/office/drawing/2014/main" id="{02ECC303-9219-E402-6E83-E8A5D5EBC0EF}"/>
                  </a:ext>
                </a:extLst>
              </p14:cNvPr>
              <p14:cNvContentPartPr/>
              <p14:nvPr/>
            </p14:nvContentPartPr>
            <p14:xfrm>
              <a:off x="5895335" y="1924743"/>
              <a:ext cx="448560" cy="24840"/>
            </p14:xfrm>
          </p:contentPart>
        </mc:Choice>
        <mc:Fallback xmlns="">
          <p:pic>
            <p:nvPicPr>
              <p:cNvPr id="12" name="Ink 11">
                <a:extLst>
                  <a:ext uri="{FF2B5EF4-FFF2-40B4-BE49-F238E27FC236}">
                    <a16:creationId xmlns:a16="http://schemas.microsoft.com/office/drawing/2014/main" id="{02ECC303-9219-E402-6E83-E8A5D5EBC0EF}"/>
                  </a:ext>
                </a:extLst>
              </p:cNvPr>
              <p:cNvPicPr/>
              <p:nvPr/>
            </p:nvPicPr>
            <p:blipFill>
              <a:blip r:embed="rId16"/>
              <a:stretch>
                <a:fillRect/>
              </a:stretch>
            </p:blipFill>
            <p:spPr>
              <a:xfrm>
                <a:off x="5877695" y="1907103"/>
                <a:ext cx="484200" cy="604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8" name="Ink 17">
                <a:extLst>
                  <a:ext uri="{FF2B5EF4-FFF2-40B4-BE49-F238E27FC236}">
                    <a16:creationId xmlns:a16="http://schemas.microsoft.com/office/drawing/2014/main" id="{AC2F3310-1CFA-AED8-481C-810983CF2185}"/>
                  </a:ext>
                </a:extLst>
              </p14:cNvPr>
              <p14:cNvContentPartPr/>
              <p14:nvPr/>
            </p14:nvContentPartPr>
            <p14:xfrm>
              <a:off x="472320" y="3600280"/>
              <a:ext cx="2680560" cy="83160"/>
            </p14:xfrm>
          </p:contentPart>
        </mc:Choice>
        <mc:Fallback xmlns="">
          <p:pic>
            <p:nvPicPr>
              <p:cNvPr id="18" name="Ink 17">
                <a:extLst>
                  <a:ext uri="{FF2B5EF4-FFF2-40B4-BE49-F238E27FC236}">
                    <a16:creationId xmlns:a16="http://schemas.microsoft.com/office/drawing/2014/main" id="{AC2F3310-1CFA-AED8-481C-810983CF2185}"/>
                  </a:ext>
                </a:extLst>
              </p:cNvPr>
              <p:cNvPicPr/>
              <p:nvPr/>
            </p:nvPicPr>
            <p:blipFill>
              <a:blip r:embed="rId18"/>
              <a:stretch>
                <a:fillRect/>
              </a:stretch>
            </p:blipFill>
            <p:spPr>
              <a:xfrm>
                <a:off x="466200" y="3594160"/>
                <a:ext cx="2692800" cy="95400"/>
              </a:xfrm>
              <a:prstGeom prst="rect">
                <a:avLst/>
              </a:prstGeom>
            </p:spPr>
          </p:pic>
        </mc:Fallback>
      </mc:AlternateContent>
    </p:spTree>
    <p:custDataLst>
      <p:tags r:id="rId1"/>
    </p:custDataLst>
    <p:extLst>
      <p:ext uri="{BB962C8B-B14F-4D97-AF65-F5344CB8AC3E}">
        <p14:creationId xmlns:p14="http://schemas.microsoft.com/office/powerpoint/2010/main" val="3435148530"/>
      </p:ext>
    </p:extLst>
  </p:cSld>
  <p:clrMapOvr>
    <a:masterClrMapping/>
  </p:clrMapOvr>
  <mc:AlternateContent xmlns:mc="http://schemas.openxmlformats.org/markup-compatibility/2006" xmlns:p14="http://schemas.microsoft.com/office/powerpoint/2010/main">
    <mc:Choice Requires="p14">
      <p:transition spd="slow" p14:dur="2000" advTm="107225"/>
    </mc:Choice>
    <mc:Fallback xmlns="">
      <p:transition spd="slow" advTm="10722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E1875-939E-0BF1-92CE-017FD9F729EE}"/>
              </a:ext>
            </a:extLst>
          </p:cNvPr>
          <p:cNvSpPr>
            <a:spLocks noGrp="1"/>
          </p:cNvSpPr>
          <p:nvPr>
            <p:ph type="title"/>
          </p:nvPr>
        </p:nvSpPr>
        <p:spPr>
          <a:xfrm>
            <a:off x="677334" y="335418"/>
            <a:ext cx="8596668" cy="1320800"/>
          </a:xfrm>
        </p:spPr>
        <p:txBody>
          <a:bodyPr/>
          <a:lstStyle/>
          <a:p>
            <a:r>
              <a:rPr lang="en-US" dirty="0"/>
              <a:t>3.</a:t>
            </a:r>
            <a:r>
              <a:rPr lang="en-US" sz="3200" b="1" dirty="0">
                <a:latin typeface="Times New Roman" panose="02020603050405020304" pitchFamily="18" charset="0"/>
                <a:cs typeface="Times New Roman" panose="02020603050405020304" pitchFamily="18" charset="0"/>
              </a:rPr>
              <a:t>InitParallelWithConcurrentDictionary()</a:t>
            </a:r>
            <a:endParaRPr lang="en-US" b="1" dirty="0">
              <a:latin typeface="Times New Roman" panose="02020603050405020304" pitchFamily="18" charset="0"/>
              <a:cs typeface="Times New Roman" panose="02020603050405020304" pitchFamily="18" charset="0"/>
            </a:endParaRPr>
          </a:p>
        </p:txBody>
      </p:sp>
      <p:pic>
        <p:nvPicPr>
          <p:cNvPr id="9" name="Content Placeholder 8">
            <a:extLst>
              <a:ext uri="{FF2B5EF4-FFF2-40B4-BE49-F238E27FC236}">
                <a16:creationId xmlns:a16="http://schemas.microsoft.com/office/drawing/2014/main" id="{AFBAFE65-4150-A927-9BDC-D4385C853228}"/>
              </a:ext>
            </a:extLst>
          </p:cNvPr>
          <p:cNvPicPr>
            <a:picLocks noGrp="1" noChangeAspect="1"/>
          </p:cNvPicPr>
          <p:nvPr>
            <p:ph idx="1"/>
          </p:nvPr>
        </p:nvPicPr>
        <p:blipFill>
          <a:blip r:embed="rId4"/>
          <a:stretch>
            <a:fillRect/>
          </a:stretch>
        </p:blipFill>
        <p:spPr>
          <a:xfrm>
            <a:off x="5683068" y="1488281"/>
            <a:ext cx="4086862" cy="3881437"/>
          </a:xfrm>
          <a:ln>
            <a:solidFill>
              <a:schemeClr val="tx1"/>
            </a:solidFill>
          </a:ln>
        </p:spPr>
      </p:pic>
      <p:sp>
        <p:nvSpPr>
          <p:cNvPr id="4" name="Footer Placeholder 3">
            <a:extLst>
              <a:ext uri="{FF2B5EF4-FFF2-40B4-BE49-F238E27FC236}">
                <a16:creationId xmlns:a16="http://schemas.microsoft.com/office/drawing/2014/main" id="{CA1AFE19-73D5-C408-97E7-93EC28C37E59}"/>
              </a:ext>
            </a:extLst>
          </p:cNvPr>
          <p:cNvSpPr>
            <a:spLocks noGrp="1"/>
          </p:cNvSpPr>
          <p:nvPr>
            <p:ph type="ftr" sz="quarter" idx="11"/>
          </p:nvPr>
        </p:nvSpPr>
        <p:spPr>
          <a:xfrm>
            <a:off x="677334" y="6340019"/>
            <a:ext cx="6297612" cy="365125"/>
          </a:xfrm>
        </p:spPr>
        <p:txBody>
          <a:bodyPr/>
          <a:lstStyle/>
          <a:p>
            <a:r>
              <a:rPr lang="en-US" dirty="0"/>
              <a:t>Frankfurt University Of Applied Sciences, 2024-25</a:t>
            </a:r>
          </a:p>
        </p:txBody>
      </p:sp>
      <p:pic>
        <p:nvPicPr>
          <p:cNvPr id="5" name="Picture 4">
            <a:extLst>
              <a:ext uri="{FF2B5EF4-FFF2-40B4-BE49-F238E27FC236}">
                <a16:creationId xmlns:a16="http://schemas.microsoft.com/office/drawing/2014/main" id="{18ADA375-60F2-E897-3BF1-6E55EB4BF018}"/>
              </a:ext>
            </a:extLst>
          </p:cNvPr>
          <p:cNvPicPr>
            <a:picLocks noChangeAspect="1"/>
          </p:cNvPicPr>
          <p:nvPr/>
        </p:nvPicPr>
        <p:blipFill rotWithShape="1">
          <a:blip r:embed="rId5"/>
          <a:srcRect t="16364" r="2" b="767"/>
          <a:stretch/>
        </p:blipFill>
        <p:spPr>
          <a:xfrm>
            <a:off x="10174940" y="20055"/>
            <a:ext cx="2017059" cy="867938"/>
          </a:xfrm>
          <a:prstGeom prst="rect">
            <a:avLst/>
          </a:prstGeom>
        </p:spPr>
      </p:pic>
      <p:pic>
        <p:nvPicPr>
          <p:cNvPr id="7" name="Picture 6">
            <a:extLst>
              <a:ext uri="{FF2B5EF4-FFF2-40B4-BE49-F238E27FC236}">
                <a16:creationId xmlns:a16="http://schemas.microsoft.com/office/drawing/2014/main" id="{87FE5052-1FC1-5BD7-7419-845EEE045E97}"/>
              </a:ext>
            </a:extLst>
          </p:cNvPr>
          <p:cNvPicPr>
            <a:picLocks noChangeAspect="1"/>
          </p:cNvPicPr>
          <p:nvPr/>
        </p:nvPicPr>
        <p:blipFill>
          <a:blip r:embed="rId6"/>
          <a:stretch>
            <a:fillRect/>
          </a:stretch>
        </p:blipFill>
        <p:spPr>
          <a:xfrm>
            <a:off x="541947" y="1009646"/>
            <a:ext cx="5130145" cy="5175923"/>
          </a:xfrm>
          <a:prstGeom prst="rect">
            <a:avLst/>
          </a:prstGeom>
          <a:ln>
            <a:solidFill>
              <a:schemeClr val="tx1"/>
            </a:solidFill>
          </a:ln>
        </p:spPr>
      </p:pic>
      <p:sp>
        <p:nvSpPr>
          <p:cNvPr id="3" name="Slide Number Placeholder 2">
            <a:extLst>
              <a:ext uri="{FF2B5EF4-FFF2-40B4-BE49-F238E27FC236}">
                <a16:creationId xmlns:a16="http://schemas.microsoft.com/office/drawing/2014/main" id="{257B446C-88D3-EB61-E7B0-93FEB435CDB4}"/>
              </a:ext>
            </a:extLst>
          </p:cNvPr>
          <p:cNvSpPr>
            <a:spLocks noGrp="1"/>
          </p:cNvSpPr>
          <p:nvPr>
            <p:ph type="sldNum" sz="quarter" idx="12"/>
          </p:nvPr>
        </p:nvSpPr>
        <p:spPr/>
        <p:txBody>
          <a:bodyPr/>
          <a:lstStyle/>
          <a:p>
            <a:fld id="{F43B3212-AB51-4C32-B91B-7DEDCE5605D3}" type="slidenum">
              <a:rPr lang="en-US" smtClean="0"/>
              <a:t>12</a:t>
            </a:fld>
            <a:endParaRPr lang="en-US"/>
          </a:p>
        </p:txBody>
      </p:sp>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22298B64-925B-E3F0-662A-6A9F5F3F1071}"/>
                  </a:ext>
                </a:extLst>
              </p14:cNvPr>
              <p14:cNvContentPartPr/>
              <p14:nvPr/>
            </p14:nvContentPartPr>
            <p14:xfrm>
              <a:off x="592895" y="3633303"/>
              <a:ext cx="561600" cy="1711800"/>
            </p14:xfrm>
          </p:contentPart>
        </mc:Choice>
        <mc:Fallback xmlns="">
          <p:pic>
            <p:nvPicPr>
              <p:cNvPr id="6" name="Ink 5">
                <a:extLst>
                  <a:ext uri="{FF2B5EF4-FFF2-40B4-BE49-F238E27FC236}">
                    <a16:creationId xmlns:a16="http://schemas.microsoft.com/office/drawing/2014/main" id="{22298B64-925B-E3F0-662A-6A9F5F3F1071}"/>
                  </a:ext>
                </a:extLst>
              </p:cNvPr>
              <p:cNvPicPr/>
              <p:nvPr/>
            </p:nvPicPr>
            <p:blipFill>
              <a:blip r:embed="rId10"/>
              <a:stretch>
                <a:fillRect/>
              </a:stretch>
            </p:blipFill>
            <p:spPr>
              <a:xfrm>
                <a:off x="574895" y="3615663"/>
                <a:ext cx="597240" cy="17474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8" name="Ink 7">
                <a:extLst>
                  <a:ext uri="{FF2B5EF4-FFF2-40B4-BE49-F238E27FC236}">
                    <a16:creationId xmlns:a16="http://schemas.microsoft.com/office/drawing/2014/main" id="{8DFDAB96-C31E-F061-782E-CD7939FC8653}"/>
                  </a:ext>
                </a:extLst>
              </p14:cNvPr>
              <p14:cNvContentPartPr/>
              <p14:nvPr/>
            </p14:nvContentPartPr>
            <p14:xfrm>
              <a:off x="5740895" y="1619463"/>
              <a:ext cx="201960" cy="1252440"/>
            </p14:xfrm>
          </p:contentPart>
        </mc:Choice>
        <mc:Fallback xmlns="">
          <p:pic>
            <p:nvPicPr>
              <p:cNvPr id="8" name="Ink 7">
                <a:extLst>
                  <a:ext uri="{FF2B5EF4-FFF2-40B4-BE49-F238E27FC236}">
                    <a16:creationId xmlns:a16="http://schemas.microsoft.com/office/drawing/2014/main" id="{8DFDAB96-C31E-F061-782E-CD7939FC8653}"/>
                  </a:ext>
                </a:extLst>
              </p:cNvPr>
              <p:cNvPicPr/>
              <p:nvPr/>
            </p:nvPicPr>
            <p:blipFill>
              <a:blip r:embed="rId12"/>
              <a:stretch>
                <a:fillRect/>
              </a:stretch>
            </p:blipFill>
            <p:spPr>
              <a:xfrm>
                <a:off x="5722895" y="1601463"/>
                <a:ext cx="237600" cy="12880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0" name="Ink 9">
                <a:extLst>
                  <a:ext uri="{FF2B5EF4-FFF2-40B4-BE49-F238E27FC236}">
                    <a16:creationId xmlns:a16="http://schemas.microsoft.com/office/drawing/2014/main" id="{E5DC7089-BB6B-028B-689C-AC62626D4CA7}"/>
                  </a:ext>
                </a:extLst>
              </p14:cNvPr>
              <p14:cNvContentPartPr/>
              <p14:nvPr/>
            </p14:nvContentPartPr>
            <p14:xfrm>
              <a:off x="2101295" y="3617823"/>
              <a:ext cx="2019960" cy="64080"/>
            </p14:xfrm>
          </p:contentPart>
        </mc:Choice>
        <mc:Fallback xmlns="">
          <p:pic>
            <p:nvPicPr>
              <p:cNvPr id="10" name="Ink 9">
                <a:extLst>
                  <a:ext uri="{FF2B5EF4-FFF2-40B4-BE49-F238E27FC236}">
                    <a16:creationId xmlns:a16="http://schemas.microsoft.com/office/drawing/2014/main" id="{E5DC7089-BB6B-028B-689C-AC62626D4CA7}"/>
                  </a:ext>
                </a:extLst>
              </p:cNvPr>
              <p:cNvPicPr/>
              <p:nvPr/>
            </p:nvPicPr>
            <p:blipFill>
              <a:blip r:embed="rId14"/>
              <a:stretch>
                <a:fillRect/>
              </a:stretch>
            </p:blipFill>
            <p:spPr>
              <a:xfrm>
                <a:off x="2095175" y="3611703"/>
                <a:ext cx="203220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1" name="Ink 10">
                <a:extLst>
                  <a:ext uri="{FF2B5EF4-FFF2-40B4-BE49-F238E27FC236}">
                    <a16:creationId xmlns:a16="http://schemas.microsoft.com/office/drawing/2014/main" id="{FB7EA4A2-3F2F-F058-9FE0-88014A21A5CA}"/>
                  </a:ext>
                </a:extLst>
              </p14:cNvPr>
              <p14:cNvContentPartPr/>
              <p14:nvPr/>
            </p14:nvContentPartPr>
            <p14:xfrm>
              <a:off x="2726975" y="5421783"/>
              <a:ext cx="545400" cy="324720"/>
            </p14:xfrm>
          </p:contentPart>
        </mc:Choice>
        <mc:Fallback xmlns="">
          <p:pic>
            <p:nvPicPr>
              <p:cNvPr id="11" name="Ink 10">
                <a:extLst>
                  <a:ext uri="{FF2B5EF4-FFF2-40B4-BE49-F238E27FC236}">
                    <a16:creationId xmlns:a16="http://schemas.microsoft.com/office/drawing/2014/main" id="{FB7EA4A2-3F2F-F058-9FE0-88014A21A5CA}"/>
                  </a:ext>
                </a:extLst>
              </p:cNvPr>
              <p:cNvPicPr/>
              <p:nvPr/>
            </p:nvPicPr>
            <p:blipFill>
              <a:blip r:embed="rId16"/>
              <a:stretch>
                <a:fillRect/>
              </a:stretch>
            </p:blipFill>
            <p:spPr>
              <a:xfrm>
                <a:off x="2720855" y="5415663"/>
                <a:ext cx="557640" cy="336960"/>
              </a:xfrm>
              <a:prstGeom prst="rect">
                <a:avLst/>
              </a:prstGeom>
            </p:spPr>
          </p:pic>
        </mc:Fallback>
      </mc:AlternateContent>
    </p:spTree>
    <p:custDataLst>
      <p:tags r:id="rId1"/>
    </p:custDataLst>
    <p:extLst>
      <p:ext uri="{BB962C8B-B14F-4D97-AF65-F5344CB8AC3E}">
        <p14:creationId xmlns:p14="http://schemas.microsoft.com/office/powerpoint/2010/main" val="4144613743"/>
      </p:ext>
    </p:extLst>
  </p:cSld>
  <p:clrMapOvr>
    <a:masterClrMapping/>
  </p:clrMapOvr>
  <mc:AlternateContent xmlns:mc="http://schemas.openxmlformats.org/markup-compatibility/2006" xmlns:p14="http://schemas.microsoft.com/office/powerpoint/2010/main">
    <mc:Choice Requires="p14">
      <p:transition spd="slow" p14:dur="2000" advTm="69231"/>
    </mc:Choice>
    <mc:Fallback xmlns="">
      <p:transition spd="slow" advTm="6923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62659-D0E3-3587-7B8F-1E7A6306EC9F}"/>
              </a:ext>
            </a:extLst>
          </p:cNvPr>
          <p:cNvSpPr>
            <a:spLocks noGrp="1"/>
          </p:cNvSpPr>
          <p:nvPr>
            <p:ph type="title"/>
          </p:nvPr>
        </p:nvSpPr>
        <p:spPr/>
        <p:txBody>
          <a:bodyPr/>
          <a:lstStyle/>
          <a:p>
            <a:r>
              <a:rPr lang="en-US" dirty="0"/>
              <a:t>Why Use </a:t>
            </a:r>
            <a:r>
              <a:rPr lang="en-US" dirty="0" err="1"/>
              <a:t>ConcurrentDictionary</a:t>
            </a:r>
            <a:r>
              <a:rPr lang="en-US" dirty="0"/>
              <a:t> ?</a:t>
            </a:r>
          </a:p>
        </p:txBody>
      </p:sp>
      <p:sp>
        <p:nvSpPr>
          <p:cNvPr id="4" name="Footer Placeholder 3">
            <a:extLst>
              <a:ext uri="{FF2B5EF4-FFF2-40B4-BE49-F238E27FC236}">
                <a16:creationId xmlns:a16="http://schemas.microsoft.com/office/drawing/2014/main" id="{8DFEA748-EB03-D5FC-2134-46EE183F06B5}"/>
              </a:ext>
            </a:extLst>
          </p:cNvPr>
          <p:cNvSpPr>
            <a:spLocks noGrp="1"/>
          </p:cNvSpPr>
          <p:nvPr>
            <p:ph type="ftr" sz="quarter" idx="11"/>
          </p:nvPr>
        </p:nvSpPr>
        <p:spPr/>
        <p:txBody>
          <a:bodyPr/>
          <a:lstStyle/>
          <a:p>
            <a:r>
              <a:rPr lang="en-US"/>
              <a:t>Frankfurt University Of Applied Sciences, 2024-25</a:t>
            </a:r>
          </a:p>
        </p:txBody>
      </p:sp>
      <p:sp>
        <p:nvSpPr>
          <p:cNvPr id="5" name="Slide Number Placeholder 4">
            <a:extLst>
              <a:ext uri="{FF2B5EF4-FFF2-40B4-BE49-F238E27FC236}">
                <a16:creationId xmlns:a16="http://schemas.microsoft.com/office/drawing/2014/main" id="{0204D7DC-F92D-9CA7-C7AC-E2DA42B02587}"/>
              </a:ext>
            </a:extLst>
          </p:cNvPr>
          <p:cNvSpPr>
            <a:spLocks noGrp="1"/>
          </p:cNvSpPr>
          <p:nvPr>
            <p:ph type="sldNum" sz="quarter" idx="12"/>
          </p:nvPr>
        </p:nvSpPr>
        <p:spPr/>
        <p:txBody>
          <a:bodyPr/>
          <a:lstStyle/>
          <a:p>
            <a:fld id="{F43B3212-AB51-4C32-B91B-7DEDCE5605D3}" type="slidenum">
              <a:rPr lang="en-US" smtClean="0"/>
              <a:t>13</a:t>
            </a:fld>
            <a:endParaRPr lang="en-US"/>
          </a:p>
        </p:txBody>
      </p:sp>
      <p:sp>
        <p:nvSpPr>
          <p:cNvPr id="11" name="Isosceles Triangle 10">
            <a:extLst>
              <a:ext uri="{FF2B5EF4-FFF2-40B4-BE49-F238E27FC236}">
                <a16:creationId xmlns:a16="http://schemas.microsoft.com/office/drawing/2014/main" id="{483EEABD-F64E-BBCB-1ED5-C310197E546A}"/>
              </a:ext>
            </a:extLst>
          </p:cNvPr>
          <p:cNvSpPr/>
          <p:nvPr/>
        </p:nvSpPr>
        <p:spPr>
          <a:xfrm>
            <a:off x="1215191" y="1643228"/>
            <a:ext cx="5177588" cy="4236204"/>
          </a:xfrm>
          <a:prstGeom prst="triangle">
            <a:avLst>
              <a:gd name="adj" fmla="val 44706"/>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8CF5AD2-4CCC-13CE-24C9-1FA70BBCB63E}"/>
              </a:ext>
            </a:extLst>
          </p:cNvPr>
          <p:cNvSpPr/>
          <p:nvPr/>
        </p:nvSpPr>
        <p:spPr>
          <a:xfrm>
            <a:off x="3617495" y="2883277"/>
            <a:ext cx="3232484" cy="393032"/>
          </a:xfrm>
          <a:prstGeom prst="rect">
            <a:avLst/>
          </a:prstGeom>
          <a:solidFill>
            <a:schemeClr val="accent5">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 </a:t>
            </a:r>
            <a:r>
              <a:rPr lang="en-US" b="1" dirty="0"/>
              <a:t>Atomic Operations</a:t>
            </a:r>
            <a:endParaRPr lang="en-US" dirty="0"/>
          </a:p>
        </p:txBody>
      </p:sp>
      <p:sp>
        <p:nvSpPr>
          <p:cNvPr id="13" name="Rectangle 12">
            <a:extLst>
              <a:ext uri="{FF2B5EF4-FFF2-40B4-BE49-F238E27FC236}">
                <a16:creationId xmlns:a16="http://schemas.microsoft.com/office/drawing/2014/main" id="{BEE43E20-652A-1471-20A9-D42CBE769BEE}"/>
              </a:ext>
            </a:extLst>
          </p:cNvPr>
          <p:cNvSpPr/>
          <p:nvPr/>
        </p:nvSpPr>
        <p:spPr>
          <a:xfrm>
            <a:off x="3617495" y="3959999"/>
            <a:ext cx="3232484" cy="393032"/>
          </a:xfrm>
          <a:prstGeom prst="rect">
            <a:avLst/>
          </a:prstGeom>
          <a:solidFill>
            <a:schemeClr val="accent5">
              <a:lumMod val="40000"/>
              <a:lumOff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 </a:t>
            </a:r>
            <a:r>
              <a:rPr lang="en-US" b="1" dirty="0"/>
              <a:t>Lock-Free Operations</a:t>
            </a:r>
            <a:endParaRPr lang="en-US" dirty="0"/>
          </a:p>
        </p:txBody>
      </p:sp>
      <p:sp>
        <p:nvSpPr>
          <p:cNvPr id="14" name="Rectangle 13">
            <a:extLst>
              <a:ext uri="{FF2B5EF4-FFF2-40B4-BE49-F238E27FC236}">
                <a16:creationId xmlns:a16="http://schemas.microsoft.com/office/drawing/2014/main" id="{C87F7A17-1747-EF0B-0463-F2EF484661D0}"/>
              </a:ext>
            </a:extLst>
          </p:cNvPr>
          <p:cNvSpPr/>
          <p:nvPr/>
        </p:nvSpPr>
        <p:spPr>
          <a:xfrm>
            <a:off x="3617495" y="5000680"/>
            <a:ext cx="3232484" cy="393032"/>
          </a:xfrm>
          <a:prstGeom prst="rect">
            <a:avLst/>
          </a:prstGeom>
          <a:solidFill>
            <a:schemeClr val="accent5">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 </a:t>
            </a:r>
            <a:r>
              <a:rPr lang="en-US" b="1" dirty="0"/>
              <a:t>Optimized Performance</a:t>
            </a:r>
            <a:r>
              <a:rPr lang="en-US" dirty="0"/>
              <a:t> </a:t>
            </a:r>
          </a:p>
        </p:txBody>
      </p:sp>
      <p:sp>
        <p:nvSpPr>
          <p:cNvPr id="15" name="Rectangle 14">
            <a:extLst>
              <a:ext uri="{FF2B5EF4-FFF2-40B4-BE49-F238E27FC236}">
                <a16:creationId xmlns:a16="http://schemas.microsoft.com/office/drawing/2014/main" id="{C5E77BDA-BA5D-28ED-7220-A92CCB4C5316}"/>
              </a:ext>
            </a:extLst>
          </p:cNvPr>
          <p:cNvSpPr/>
          <p:nvPr/>
        </p:nvSpPr>
        <p:spPr>
          <a:xfrm>
            <a:off x="3617495" y="1987050"/>
            <a:ext cx="3232484" cy="429747"/>
          </a:xfrm>
          <a:prstGeom prst="rect">
            <a:avLst/>
          </a:prstGeom>
          <a:solidFill>
            <a:schemeClr val="accent5"/>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a:p>
            <a:pPr algn="ctr"/>
            <a:r>
              <a:rPr lang="en-US" dirty="0"/>
              <a:t>✅ </a:t>
            </a:r>
            <a:r>
              <a:rPr lang="en-US" b="1" dirty="0"/>
              <a:t>Thread Safety</a:t>
            </a:r>
            <a:endParaRPr lang="en-US" dirty="0"/>
          </a:p>
          <a:p>
            <a:pPr algn="ctr"/>
            <a:endParaRPr lang="en-US" dirty="0"/>
          </a:p>
        </p:txBody>
      </p:sp>
    </p:spTree>
    <p:custDataLst>
      <p:tags r:id="rId1"/>
    </p:custDataLst>
    <p:extLst>
      <p:ext uri="{BB962C8B-B14F-4D97-AF65-F5344CB8AC3E}">
        <p14:creationId xmlns:p14="http://schemas.microsoft.com/office/powerpoint/2010/main" val="226232699"/>
      </p:ext>
    </p:extLst>
  </p:cSld>
  <p:clrMapOvr>
    <a:masterClrMapping/>
  </p:clrMapOvr>
  <mc:AlternateContent xmlns:mc="http://schemas.openxmlformats.org/markup-compatibility/2006" xmlns:p14="http://schemas.microsoft.com/office/powerpoint/2010/main">
    <mc:Choice Requires="p14">
      <p:transition spd="slow" p14:dur="2000" advTm="73496"/>
    </mc:Choice>
    <mc:Fallback xmlns="">
      <p:transition spd="slow" advTm="7349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barn(inVertical)">
                                      <p:cBhvr>
                                        <p:cTn id="14" dur="500"/>
                                        <p:tgtEl>
                                          <p:spTgt spid="15"/>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barn(inVertical)">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barn(inVertical)">
                                      <p:cBhvr>
                                        <p:cTn id="24"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barn(inVertical)">
                                      <p:cBhvr>
                                        <p:cTn id="2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546BB-4129-5736-2F18-18AC55388B12}"/>
              </a:ext>
            </a:extLst>
          </p:cNvPr>
          <p:cNvSpPr>
            <a:spLocks noGrp="1"/>
          </p:cNvSpPr>
          <p:nvPr>
            <p:ph type="title"/>
          </p:nvPr>
        </p:nvSpPr>
        <p:spPr>
          <a:xfrm>
            <a:off x="677334" y="238541"/>
            <a:ext cx="8596668" cy="1320800"/>
          </a:xfrm>
        </p:spPr>
        <p:txBody>
          <a:bodyPr>
            <a:normAutofit/>
          </a:bodyPr>
          <a:lstStyle/>
          <a:p>
            <a:r>
              <a:rPr lang="en-US" sz="3200" b="1" dirty="0">
                <a:latin typeface="Times New Roman" panose="02020603050405020304" pitchFamily="18" charset="0"/>
                <a:cs typeface="Times New Roman" panose="02020603050405020304" pitchFamily="18" charset="0"/>
              </a:rPr>
              <a:t>4.InitParallelPartitioned()</a:t>
            </a:r>
          </a:p>
        </p:txBody>
      </p:sp>
      <p:pic>
        <p:nvPicPr>
          <p:cNvPr id="9" name="Content Placeholder 8">
            <a:extLst>
              <a:ext uri="{FF2B5EF4-FFF2-40B4-BE49-F238E27FC236}">
                <a16:creationId xmlns:a16="http://schemas.microsoft.com/office/drawing/2014/main" id="{A0335F9A-11D2-0406-EB30-81369A369886}"/>
              </a:ext>
            </a:extLst>
          </p:cNvPr>
          <p:cNvPicPr>
            <a:picLocks noGrp="1" noChangeAspect="1"/>
          </p:cNvPicPr>
          <p:nvPr>
            <p:ph idx="1"/>
          </p:nvPr>
        </p:nvPicPr>
        <p:blipFill>
          <a:blip r:embed="rId4"/>
          <a:stretch>
            <a:fillRect/>
          </a:stretch>
        </p:blipFill>
        <p:spPr>
          <a:xfrm>
            <a:off x="6164361" y="1376161"/>
            <a:ext cx="5181809" cy="4105678"/>
          </a:xfrm>
          <a:ln>
            <a:solidFill>
              <a:schemeClr val="tx1"/>
            </a:solidFill>
          </a:ln>
        </p:spPr>
      </p:pic>
      <p:sp>
        <p:nvSpPr>
          <p:cNvPr id="4" name="Footer Placeholder 3">
            <a:extLst>
              <a:ext uri="{FF2B5EF4-FFF2-40B4-BE49-F238E27FC236}">
                <a16:creationId xmlns:a16="http://schemas.microsoft.com/office/drawing/2014/main" id="{F7DCE1C9-9577-0F00-73E4-553772EE80D7}"/>
              </a:ext>
            </a:extLst>
          </p:cNvPr>
          <p:cNvSpPr>
            <a:spLocks noGrp="1"/>
          </p:cNvSpPr>
          <p:nvPr>
            <p:ph type="ftr" sz="quarter" idx="11"/>
          </p:nvPr>
        </p:nvSpPr>
        <p:spPr>
          <a:xfrm>
            <a:off x="677334" y="6377744"/>
            <a:ext cx="6297612" cy="365125"/>
          </a:xfrm>
        </p:spPr>
        <p:txBody>
          <a:bodyPr/>
          <a:lstStyle/>
          <a:p>
            <a:r>
              <a:rPr lang="en-US" dirty="0"/>
              <a:t>Frankfurt University Of Applied Sciences, 2024-25</a:t>
            </a:r>
          </a:p>
        </p:txBody>
      </p:sp>
      <p:pic>
        <p:nvPicPr>
          <p:cNvPr id="5" name="Picture 4">
            <a:extLst>
              <a:ext uri="{FF2B5EF4-FFF2-40B4-BE49-F238E27FC236}">
                <a16:creationId xmlns:a16="http://schemas.microsoft.com/office/drawing/2014/main" id="{E3AD8E60-06EC-9DA8-104F-449B88CCD0CD}"/>
              </a:ext>
            </a:extLst>
          </p:cNvPr>
          <p:cNvPicPr>
            <a:picLocks noChangeAspect="1"/>
          </p:cNvPicPr>
          <p:nvPr/>
        </p:nvPicPr>
        <p:blipFill rotWithShape="1">
          <a:blip r:embed="rId5"/>
          <a:srcRect t="16364" r="2" b="767"/>
          <a:stretch/>
        </p:blipFill>
        <p:spPr>
          <a:xfrm>
            <a:off x="10174940" y="20055"/>
            <a:ext cx="2017059" cy="867938"/>
          </a:xfrm>
          <a:prstGeom prst="rect">
            <a:avLst/>
          </a:prstGeom>
        </p:spPr>
      </p:pic>
      <p:pic>
        <p:nvPicPr>
          <p:cNvPr id="7" name="Picture 6">
            <a:extLst>
              <a:ext uri="{FF2B5EF4-FFF2-40B4-BE49-F238E27FC236}">
                <a16:creationId xmlns:a16="http://schemas.microsoft.com/office/drawing/2014/main" id="{A306D3D2-13B3-38C7-95AE-84C70F7E4E8F}"/>
              </a:ext>
            </a:extLst>
          </p:cNvPr>
          <p:cNvPicPr>
            <a:picLocks noChangeAspect="1"/>
          </p:cNvPicPr>
          <p:nvPr/>
        </p:nvPicPr>
        <p:blipFill>
          <a:blip r:embed="rId6"/>
          <a:stretch>
            <a:fillRect/>
          </a:stretch>
        </p:blipFill>
        <p:spPr>
          <a:xfrm>
            <a:off x="365263" y="1056436"/>
            <a:ext cx="5730737" cy="5060118"/>
          </a:xfrm>
          <a:prstGeom prst="rect">
            <a:avLst/>
          </a:prstGeom>
          <a:ln>
            <a:solidFill>
              <a:schemeClr val="tx1"/>
            </a:solidFill>
          </a:ln>
        </p:spPr>
      </p:pic>
      <p:sp>
        <p:nvSpPr>
          <p:cNvPr id="3" name="Slide Number Placeholder 2">
            <a:extLst>
              <a:ext uri="{FF2B5EF4-FFF2-40B4-BE49-F238E27FC236}">
                <a16:creationId xmlns:a16="http://schemas.microsoft.com/office/drawing/2014/main" id="{86D05A4D-0032-E6BF-3F75-905D71BDB409}"/>
              </a:ext>
            </a:extLst>
          </p:cNvPr>
          <p:cNvSpPr>
            <a:spLocks noGrp="1"/>
          </p:cNvSpPr>
          <p:nvPr>
            <p:ph type="sldNum" sz="quarter" idx="12"/>
          </p:nvPr>
        </p:nvSpPr>
        <p:spPr/>
        <p:txBody>
          <a:bodyPr/>
          <a:lstStyle/>
          <a:p>
            <a:fld id="{F43B3212-AB51-4C32-B91B-7DEDCE5605D3}" type="slidenum">
              <a:rPr lang="en-US" smtClean="0"/>
              <a:t>14</a:t>
            </a:fld>
            <a:endParaRPr lang="en-US"/>
          </a:p>
        </p:txBody>
      </p:sp>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C392EC88-F4BE-E8E3-8EDA-212F5E7E3023}"/>
                  </a:ext>
                </a:extLst>
              </p14:cNvPr>
              <p14:cNvContentPartPr/>
              <p14:nvPr/>
            </p14:nvContentPartPr>
            <p14:xfrm>
              <a:off x="561575" y="4403343"/>
              <a:ext cx="2951280" cy="89280"/>
            </p14:xfrm>
          </p:contentPart>
        </mc:Choice>
        <mc:Fallback xmlns="">
          <p:pic>
            <p:nvPicPr>
              <p:cNvPr id="6" name="Ink 5">
                <a:extLst>
                  <a:ext uri="{FF2B5EF4-FFF2-40B4-BE49-F238E27FC236}">
                    <a16:creationId xmlns:a16="http://schemas.microsoft.com/office/drawing/2014/main" id="{C392EC88-F4BE-E8E3-8EDA-212F5E7E3023}"/>
                  </a:ext>
                </a:extLst>
              </p:cNvPr>
              <p:cNvPicPr/>
              <p:nvPr/>
            </p:nvPicPr>
            <p:blipFill>
              <a:blip r:embed="rId10"/>
              <a:stretch>
                <a:fillRect/>
              </a:stretch>
            </p:blipFill>
            <p:spPr>
              <a:xfrm>
                <a:off x="555455" y="4397223"/>
                <a:ext cx="296352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Ink 9">
                <a:extLst>
                  <a:ext uri="{FF2B5EF4-FFF2-40B4-BE49-F238E27FC236}">
                    <a16:creationId xmlns:a16="http://schemas.microsoft.com/office/drawing/2014/main" id="{D39231A1-CE26-0925-C7E2-3426923687AE}"/>
                  </a:ext>
                </a:extLst>
              </p14:cNvPr>
              <p14:cNvContentPartPr/>
              <p14:nvPr/>
            </p14:nvContentPartPr>
            <p14:xfrm>
              <a:off x="543215" y="5280303"/>
              <a:ext cx="579600" cy="687600"/>
            </p14:xfrm>
          </p:contentPart>
        </mc:Choice>
        <mc:Fallback xmlns="">
          <p:pic>
            <p:nvPicPr>
              <p:cNvPr id="10" name="Ink 9">
                <a:extLst>
                  <a:ext uri="{FF2B5EF4-FFF2-40B4-BE49-F238E27FC236}">
                    <a16:creationId xmlns:a16="http://schemas.microsoft.com/office/drawing/2014/main" id="{D39231A1-CE26-0925-C7E2-3426923687AE}"/>
                  </a:ext>
                </a:extLst>
              </p:cNvPr>
              <p:cNvPicPr/>
              <p:nvPr/>
            </p:nvPicPr>
            <p:blipFill>
              <a:blip r:embed="rId12"/>
              <a:stretch>
                <a:fillRect/>
              </a:stretch>
            </p:blipFill>
            <p:spPr>
              <a:xfrm>
                <a:off x="537095" y="5274183"/>
                <a:ext cx="591840" cy="6998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1" name="Ink 10">
                <a:extLst>
                  <a:ext uri="{FF2B5EF4-FFF2-40B4-BE49-F238E27FC236}">
                    <a16:creationId xmlns:a16="http://schemas.microsoft.com/office/drawing/2014/main" id="{877F8858-44DB-C7B3-DB94-51502A5893BE}"/>
                  </a:ext>
                </a:extLst>
              </p14:cNvPr>
              <p14:cNvContentPartPr/>
              <p14:nvPr/>
            </p14:nvContentPartPr>
            <p14:xfrm>
              <a:off x="6479255" y="1571943"/>
              <a:ext cx="298080" cy="297360"/>
            </p14:xfrm>
          </p:contentPart>
        </mc:Choice>
        <mc:Fallback xmlns="">
          <p:pic>
            <p:nvPicPr>
              <p:cNvPr id="11" name="Ink 10">
                <a:extLst>
                  <a:ext uri="{FF2B5EF4-FFF2-40B4-BE49-F238E27FC236}">
                    <a16:creationId xmlns:a16="http://schemas.microsoft.com/office/drawing/2014/main" id="{877F8858-44DB-C7B3-DB94-51502A5893BE}"/>
                  </a:ext>
                </a:extLst>
              </p:cNvPr>
              <p:cNvPicPr/>
              <p:nvPr/>
            </p:nvPicPr>
            <p:blipFill>
              <a:blip r:embed="rId14"/>
              <a:stretch>
                <a:fillRect/>
              </a:stretch>
            </p:blipFill>
            <p:spPr>
              <a:xfrm>
                <a:off x="6473135" y="1565823"/>
                <a:ext cx="310320" cy="3096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2" name="Ink 11">
                <a:extLst>
                  <a:ext uri="{FF2B5EF4-FFF2-40B4-BE49-F238E27FC236}">
                    <a16:creationId xmlns:a16="http://schemas.microsoft.com/office/drawing/2014/main" id="{477E3520-1400-C323-FAA7-92FD87294E19}"/>
                  </a:ext>
                </a:extLst>
              </p14:cNvPr>
              <p14:cNvContentPartPr/>
              <p14:nvPr/>
            </p14:nvContentPartPr>
            <p14:xfrm>
              <a:off x="6400055" y="3865863"/>
              <a:ext cx="361440" cy="683640"/>
            </p14:xfrm>
          </p:contentPart>
        </mc:Choice>
        <mc:Fallback xmlns="">
          <p:pic>
            <p:nvPicPr>
              <p:cNvPr id="12" name="Ink 11">
                <a:extLst>
                  <a:ext uri="{FF2B5EF4-FFF2-40B4-BE49-F238E27FC236}">
                    <a16:creationId xmlns:a16="http://schemas.microsoft.com/office/drawing/2014/main" id="{477E3520-1400-C323-FAA7-92FD87294E19}"/>
                  </a:ext>
                </a:extLst>
              </p:cNvPr>
              <p:cNvPicPr/>
              <p:nvPr/>
            </p:nvPicPr>
            <p:blipFill>
              <a:blip r:embed="rId16"/>
              <a:stretch>
                <a:fillRect/>
              </a:stretch>
            </p:blipFill>
            <p:spPr>
              <a:xfrm>
                <a:off x="6393935" y="3859743"/>
                <a:ext cx="373680" cy="695880"/>
              </a:xfrm>
              <a:prstGeom prst="rect">
                <a:avLst/>
              </a:prstGeom>
            </p:spPr>
          </p:pic>
        </mc:Fallback>
      </mc:AlternateContent>
    </p:spTree>
    <p:custDataLst>
      <p:tags r:id="rId1"/>
    </p:custDataLst>
    <p:extLst>
      <p:ext uri="{BB962C8B-B14F-4D97-AF65-F5344CB8AC3E}">
        <p14:creationId xmlns:p14="http://schemas.microsoft.com/office/powerpoint/2010/main" val="4230194552"/>
      </p:ext>
    </p:extLst>
  </p:cSld>
  <p:clrMapOvr>
    <a:masterClrMapping/>
  </p:clrMapOvr>
  <mc:AlternateContent xmlns:mc="http://schemas.openxmlformats.org/markup-compatibility/2006" xmlns:p14="http://schemas.microsoft.com/office/powerpoint/2010/main">
    <mc:Choice Requires="p14">
      <p:transition spd="slow" p14:dur="2000" advTm="76096"/>
    </mc:Choice>
    <mc:Fallback xmlns="">
      <p:transition spd="slow" advTm="7609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355BD-4348-49D5-2BFC-0FA151868E38}"/>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Performance Analysis</a:t>
            </a:r>
          </a:p>
        </p:txBody>
      </p:sp>
      <p:sp>
        <p:nvSpPr>
          <p:cNvPr id="3" name="Content Placeholder 2">
            <a:extLst>
              <a:ext uri="{FF2B5EF4-FFF2-40B4-BE49-F238E27FC236}">
                <a16:creationId xmlns:a16="http://schemas.microsoft.com/office/drawing/2014/main" id="{E4954F30-5F59-5FFB-213F-535BFA4BEC1C}"/>
              </a:ext>
            </a:extLst>
          </p:cNvPr>
          <p:cNvSpPr>
            <a:spLocks noGrp="1"/>
          </p:cNvSpPr>
          <p:nvPr>
            <p:ph idx="1"/>
          </p:nvPr>
        </p:nvSpPr>
        <p:spPr>
          <a:xfrm>
            <a:off x="677334" y="1371601"/>
            <a:ext cx="8596668" cy="4669762"/>
          </a:xfrm>
        </p:spPr>
        <p:txBody>
          <a:bodyPr/>
          <a:lstStyle/>
          <a:p>
            <a:pPr marL="0" indent="0">
              <a:buNone/>
            </a:pPr>
            <a:r>
              <a:rPr lang="en-US" b="1" i="0" dirty="0">
                <a:solidFill>
                  <a:srgbClr val="1F2328"/>
                </a:solidFill>
                <a:effectLst/>
                <a:latin typeface="-apple-system"/>
              </a:rPr>
              <a:t>1] Key Metrics Calculation for Initialization and Compute Time</a:t>
            </a:r>
          </a:p>
          <a:p>
            <a:endParaRPr lang="en-US" dirty="0"/>
          </a:p>
        </p:txBody>
      </p:sp>
      <p:sp>
        <p:nvSpPr>
          <p:cNvPr id="4" name="Footer Placeholder 3">
            <a:extLst>
              <a:ext uri="{FF2B5EF4-FFF2-40B4-BE49-F238E27FC236}">
                <a16:creationId xmlns:a16="http://schemas.microsoft.com/office/drawing/2014/main" id="{5EF55513-A689-2471-0A66-D6BA66D2D03F}"/>
              </a:ext>
            </a:extLst>
          </p:cNvPr>
          <p:cNvSpPr>
            <a:spLocks noGrp="1"/>
          </p:cNvSpPr>
          <p:nvPr>
            <p:ph type="ftr" sz="quarter" idx="11"/>
          </p:nvPr>
        </p:nvSpPr>
        <p:spPr>
          <a:xfrm>
            <a:off x="677334" y="6230239"/>
            <a:ext cx="6297612" cy="365125"/>
          </a:xfrm>
        </p:spPr>
        <p:txBody>
          <a:bodyPr/>
          <a:lstStyle/>
          <a:p>
            <a:r>
              <a:rPr lang="en-US" dirty="0"/>
              <a:t>Frankfurt University Of Applied Sciences, 2024-25</a:t>
            </a:r>
          </a:p>
        </p:txBody>
      </p:sp>
      <p:pic>
        <p:nvPicPr>
          <p:cNvPr id="5" name="Picture 4">
            <a:extLst>
              <a:ext uri="{FF2B5EF4-FFF2-40B4-BE49-F238E27FC236}">
                <a16:creationId xmlns:a16="http://schemas.microsoft.com/office/drawing/2014/main" id="{42C0CC1F-DF41-47F0-EB54-6CD6A714B3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392" y="2035966"/>
            <a:ext cx="8886536" cy="3529908"/>
          </a:xfrm>
          <a:prstGeom prst="rect">
            <a:avLst/>
          </a:prstGeom>
        </p:spPr>
      </p:pic>
      <p:pic>
        <p:nvPicPr>
          <p:cNvPr id="6" name="Picture 5">
            <a:extLst>
              <a:ext uri="{FF2B5EF4-FFF2-40B4-BE49-F238E27FC236}">
                <a16:creationId xmlns:a16="http://schemas.microsoft.com/office/drawing/2014/main" id="{EE94A875-6D79-3AB4-D91B-233E0D652D78}"/>
              </a:ext>
            </a:extLst>
          </p:cNvPr>
          <p:cNvPicPr>
            <a:picLocks noChangeAspect="1"/>
          </p:cNvPicPr>
          <p:nvPr/>
        </p:nvPicPr>
        <p:blipFill rotWithShape="1">
          <a:blip r:embed="rId4"/>
          <a:srcRect t="16364" r="2" b="767"/>
          <a:stretch/>
        </p:blipFill>
        <p:spPr>
          <a:xfrm>
            <a:off x="10174940" y="20055"/>
            <a:ext cx="2017059" cy="867938"/>
          </a:xfrm>
          <a:prstGeom prst="rect">
            <a:avLst/>
          </a:prstGeom>
        </p:spPr>
      </p:pic>
      <p:sp>
        <p:nvSpPr>
          <p:cNvPr id="7" name="Slide Number Placeholder 6">
            <a:extLst>
              <a:ext uri="{FF2B5EF4-FFF2-40B4-BE49-F238E27FC236}">
                <a16:creationId xmlns:a16="http://schemas.microsoft.com/office/drawing/2014/main" id="{DD219EF5-E5E6-2A9D-8D40-7DE41A10BBC2}"/>
              </a:ext>
            </a:extLst>
          </p:cNvPr>
          <p:cNvSpPr>
            <a:spLocks noGrp="1"/>
          </p:cNvSpPr>
          <p:nvPr>
            <p:ph type="sldNum" sz="quarter" idx="12"/>
          </p:nvPr>
        </p:nvSpPr>
        <p:spPr/>
        <p:txBody>
          <a:bodyPr/>
          <a:lstStyle/>
          <a:p>
            <a:fld id="{F43B3212-AB51-4C32-B91B-7DEDCE5605D3}" type="slidenum">
              <a:rPr lang="en-US" smtClean="0"/>
              <a:t>15</a:t>
            </a:fld>
            <a:endParaRPr lang="en-US"/>
          </a:p>
        </p:txBody>
      </p:sp>
    </p:spTree>
    <p:extLst>
      <p:ext uri="{BB962C8B-B14F-4D97-AF65-F5344CB8AC3E}">
        <p14:creationId xmlns:p14="http://schemas.microsoft.com/office/powerpoint/2010/main" val="2061227173"/>
      </p:ext>
    </p:extLst>
  </p:cSld>
  <p:clrMapOvr>
    <a:masterClrMapping/>
  </p:clrMapOvr>
  <mc:AlternateContent xmlns:mc="http://schemas.openxmlformats.org/markup-compatibility/2006" xmlns:p14="http://schemas.microsoft.com/office/powerpoint/2010/main">
    <mc:Choice Requires="p14">
      <p:transition spd="slow" p14:dur="2000" advTm="73433"/>
    </mc:Choice>
    <mc:Fallback xmlns="">
      <p:transition spd="slow" advTm="73433"/>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91BBFD-012C-885C-81E7-F832BB188AF1}"/>
              </a:ext>
            </a:extLst>
          </p:cNvPr>
          <p:cNvSpPr>
            <a:spLocks noGrp="1"/>
          </p:cNvSpPr>
          <p:nvPr>
            <p:ph idx="1"/>
          </p:nvPr>
        </p:nvSpPr>
        <p:spPr>
          <a:xfrm>
            <a:off x="383032" y="621793"/>
            <a:ext cx="8596668" cy="4258282"/>
          </a:xfrm>
        </p:spPr>
        <p:txBody>
          <a:bodyPr/>
          <a:lstStyle/>
          <a:p>
            <a:pPr marL="0" indent="0">
              <a:buNone/>
            </a:pPr>
            <a:r>
              <a:rPr lang="en-US" dirty="0"/>
              <a:t>2] </a:t>
            </a:r>
            <a:r>
              <a:rPr lang="en-US" b="1" i="0" dirty="0">
                <a:solidFill>
                  <a:srgbClr val="1F2328"/>
                </a:solidFill>
                <a:effectLst/>
                <a:latin typeface="-apple-system"/>
              </a:rPr>
              <a:t> Variance and Standard Deviation for Initialization and Compute Time</a:t>
            </a:r>
          </a:p>
          <a:p>
            <a:endParaRPr lang="en-US" dirty="0"/>
          </a:p>
        </p:txBody>
      </p:sp>
      <p:sp>
        <p:nvSpPr>
          <p:cNvPr id="4" name="Footer Placeholder 3">
            <a:extLst>
              <a:ext uri="{FF2B5EF4-FFF2-40B4-BE49-F238E27FC236}">
                <a16:creationId xmlns:a16="http://schemas.microsoft.com/office/drawing/2014/main" id="{0BBAB4E1-7B6B-CC8D-8FC4-F97A74C99D19}"/>
              </a:ext>
            </a:extLst>
          </p:cNvPr>
          <p:cNvSpPr>
            <a:spLocks noGrp="1"/>
          </p:cNvSpPr>
          <p:nvPr>
            <p:ph type="ftr" sz="quarter" idx="11"/>
          </p:nvPr>
        </p:nvSpPr>
        <p:spPr>
          <a:xfrm>
            <a:off x="657669" y="6334527"/>
            <a:ext cx="6297612" cy="365125"/>
          </a:xfrm>
        </p:spPr>
        <p:txBody>
          <a:bodyPr/>
          <a:lstStyle/>
          <a:p>
            <a:r>
              <a:rPr lang="en-US" dirty="0"/>
              <a:t>Frankfurt University Of Applied Sciences, 2024-25</a:t>
            </a:r>
          </a:p>
        </p:txBody>
      </p:sp>
      <p:pic>
        <p:nvPicPr>
          <p:cNvPr id="5" name="Picture 4">
            <a:extLst>
              <a:ext uri="{FF2B5EF4-FFF2-40B4-BE49-F238E27FC236}">
                <a16:creationId xmlns:a16="http://schemas.microsoft.com/office/drawing/2014/main" id="{9805945D-5323-8BFC-97AD-B171DB66F4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3032" y="1537773"/>
            <a:ext cx="8907272" cy="3880774"/>
          </a:xfrm>
          <a:prstGeom prst="rect">
            <a:avLst/>
          </a:prstGeom>
        </p:spPr>
      </p:pic>
      <p:pic>
        <p:nvPicPr>
          <p:cNvPr id="6" name="Picture 5">
            <a:extLst>
              <a:ext uri="{FF2B5EF4-FFF2-40B4-BE49-F238E27FC236}">
                <a16:creationId xmlns:a16="http://schemas.microsoft.com/office/drawing/2014/main" id="{5BCE8DEC-4886-3508-A91F-0F5739B2AB9C}"/>
              </a:ext>
            </a:extLst>
          </p:cNvPr>
          <p:cNvPicPr>
            <a:picLocks noChangeAspect="1"/>
          </p:cNvPicPr>
          <p:nvPr/>
        </p:nvPicPr>
        <p:blipFill rotWithShape="1">
          <a:blip r:embed="rId4"/>
          <a:srcRect t="16364" r="2" b="767"/>
          <a:stretch/>
        </p:blipFill>
        <p:spPr>
          <a:xfrm>
            <a:off x="10174940" y="20055"/>
            <a:ext cx="2017059" cy="867938"/>
          </a:xfrm>
          <a:prstGeom prst="rect">
            <a:avLst/>
          </a:prstGeom>
        </p:spPr>
      </p:pic>
      <p:sp>
        <p:nvSpPr>
          <p:cNvPr id="2" name="Slide Number Placeholder 1">
            <a:extLst>
              <a:ext uri="{FF2B5EF4-FFF2-40B4-BE49-F238E27FC236}">
                <a16:creationId xmlns:a16="http://schemas.microsoft.com/office/drawing/2014/main" id="{5AB4A99F-66FC-E3F1-6429-4161563DE963}"/>
              </a:ext>
            </a:extLst>
          </p:cNvPr>
          <p:cNvSpPr>
            <a:spLocks noGrp="1"/>
          </p:cNvSpPr>
          <p:nvPr>
            <p:ph type="sldNum" sz="quarter" idx="12"/>
          </p:nvPr>
        </p:nvSpPr>
        <p:spPr/>
        <p:txBody>
          <a:bodyPr/>
          <a:lstStyle/>
          <a:p>
            <a:fld id="{F43B3212-AB51-4C32-B91B-7DEDCE5605D3}" type="slidenum">
              <a:rPr lang="en-US" smtClean="0"/>
              <a:t>16</a:t>
            </a:fld>
            <a:endParaRPr lang="en-US"/>
          </a:p>
        </p:txBody>
      </p:sp>
    </p:spTree>
    <p:extLst>
      <p:ext uri="{BB962C8B-B14F-4D97-AF65-F5344CB8AC3E}">
        <p14:creationId xmlns:p14="http://schemas.microsoft.com/office/powerpoint/2010/main" val="933047215"/>
      </p:ext>
    </p:extLst>
  </p:cSld>
  <p:clrMapOvr>
    <a:masterClrMapping/>
  </p:clrMapOvr>
  <mc:AlternateContent xmlns:mc="http://schemas.openxmlformats.org/markup-compatibility/2006" xmlns:p14="http://schemas.microsoft.com/office/powerpoint/2010/main">
    <mc:Choice Requires="p14">
      <p:transition spd="slow" p14:dur="2000" advTm="45696"/>
    </mc:Choice>
    <mc:Fallback xmlns="">
      <p:transition spd="slow" advTm="45696"/>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B83EF3-F2CC-4334-412F-737FBF4A740F}"/>
              </a:ext>
            </a:extLst>
          </p:cNvPr>
          <p:cNvSpPr>
            <a:spLocks noGrp="1"/>
          </p:cNvSpPr>
          <p:nvPr>
            <p:ph idx="1"/>
          </p:nvPr>
        </p:nvSpPr>
        <p:spPr>
          <a:xfrm>
            <a:off x="677334" y="609737"/>
            <a:ext cx="8596668" cy="4041738"/>
          </a:xfrm>
        </p:spPr>
        <p:txBody>
          <a:bodyPr/>
          <a:lstStyle/>
          <a:p>
            <a:pPr marL="0" indent="0">
              <a:buNone/>
            </a:pPr>
            <a:r>
              <a:rPr lang="en-US" b="1" i="0" dirty="0">
                <a:solidFill>
                  <a:srgbClr val="1F2328"/>
                </a:solidFill>
                <a:effectLst/>
                <a:latin typeface="-apple-system"/>
              </a:rPr>
              <a:t>3] Worst-Case Performance Comparison (Max vs Min Time for Initialization and Compute)</a:t>
            </a:r>
          </a:p>
          <a:p>
            <a:endParaRPr lang="en-US" dirty="0"/>
          </a:p>
        </p:txBody>
      </p:sp>
      <p:sp>
        <p:nvSpPr>
          <p:cNvPr id="4" name="Footer Placeholder 3">
            <a:extLst>
              <a:ext uri="{FF2B5EF4-FFF2-40B4-BE49-F238E27FC236}">
                <a16:creationId xmlns:a16="http://schemas.microsoft.com/office/drawing/2014/main" id="{50FAC018-144E-DD94-59D7-CD9FC8968F82}"/>
              </a:ext>
            </a:extLst>
          </p:cNvPr>
          <p:cNvSpPr>
            <a:spLocks noGrp="1"/>
          </p:cNvSpPr>
          <p:nvPr>
            <p:ph type="ftr" sz="quarter" idx="11"/>
          </p:nvPr>
        </p:nvSpPr>
        <p:spPr>
          <a:xfrm>
            <a:off x="677334" y="6346162"/>
            <a:ext cx="6297612" cy="365125"/>
          </a:xfrm>
        </p:spPr>
        <p:txBody>
          <a:bodyPr/>
          <a:lstStyle/>
          <a:p>
            <a:r>
              <a:rPr lang="en-US" dirty="0"/>
              <a:t>Frankfurt University Of Applied Sciences, 2024-25</a:t>
            </a:r>
          </a:p>
        </p:txBody>
      </p:sp>
      <p:pic>
        <p:nvPicPr>
          <p:cNvPr id="5" name="Picture 4">
            <a:extLst>
              <a:ext uri="{FF2B5EF4-FFF2-40B4-BE49-F238E27FC236}">
                <a16:creationId xmlns:a16="http://schemas.microsoft.com/office/drawing/2014/main" id="{52ADF7D4-C81F-7B57-C526-F09B455CA3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7334" y="1495173"/>
            <a:ext cx="9007810" cy="4041739"/>
          </a:xfrm>
          <a:prstGeom prst="rect">
            <a:avLst/>
          </a:prstGeom>
        </p:spPr>
      </p:pic>
      <p:pic>
        <p:nvPicPr>
          <p:cNvPr id="2" name="Picture 1">
            <a:extLst>
              <a:ext uri="{FF2B5EF4-FFF2-40B4-BE49-F238E27FC236}">
                <a16:creationId xmlns:a16="http://schemas.microsoft.com/office/drawing/2014/main" id="{5E68B7FB-EC8C-9A8E-BE7B-28450394C067}"/>
              </a:ext>
            </a:extLst>
          </p:cNvPr>
          <p:cNvPicPr>
            <a:picLocks noChangeAspect="1"/>
          </p:cNvPicPr>
          <p:nvPr/>
        </p:nvPicPr>
        <p:blipFill rotWithShape="1">
          <a:blip r:embed="rId4"/>
          <a:srcRect t="16364" r="2" b="767"/>
          <a:stretch/>
        </p:blipFill>
        <p:spPr>
          <a:xfrm>
            <a:off x="10174940" y="20055"/>
            <a:ext cx="2017059" cy="867938"/>
          </a:xfrm>
          <a:prstGeom prst="rect">
            <a:avLst/>
          </a:prstGeom>
        </p:spPr>
      </p:pic>
      <p:sp>
        <p:nvSpPr>
          <p:cNvPr id="6" name="Slide Number Placeholder 5">
            <a:extLst>
              <a:ext uri="{FF2B5EF4-FFF2-40B4-BE49-F238E27FC236}">
                <a16:creationId xmlns:a16="http://schemas.microsoft.com/office/drawing/2014/main" id="{2E09BA47-AA6F-8032-B1A8-226EE2075BAC}"/>
              </a:ext>
            </a:extLst>
          </p:cNvPr>
          <p:cNvSpPr>
            <a:spLocks noGrp="1"/>
          </p:cNvSpPr>
          <p:nvPr>
            <p:ph type="sldNum" sz="quarter" idx="12"/>
          </p:nvPr>
        </p:nvSpPr>
        <p:spPr/>
        <p:txBody>
          <a:bodyPr/>
          <a:lstStyle/>
          <a:p>
            <a:fld id="{F43B3212-AB51-4C32-B91B-7DEDCE5605D3}" type="slidenum">
              <a:rPr lang="en-US" smtClean="0"/>
              <a:t>17</a:t>
            </a:fld>
            <a:endParaRPr lang="en-US"/>
          </a:p>
        </p:txBody>
      </p:sp>
    </p:spTree>
    <p:extLst>
      <p:ext uri="{BB962C8B-B14F-4D97-AF65-F5344CB8AC3E}">
        <p14:creationId xmlns:p14="http://schemas.microsoft.com/office/powerpoint/2010/main" val="1826393103"/>
      </p:ext>
    </p:extLst>
  </p:cSld>
  <p:clrMapOvr>
    <a:masterClrMapping/>
  </p:clrMapOvr>
  <mc:AlternateContent xmlns:mc="http://schemas.openxmlformats.org/markup-compatibility/2006" xmlns:p14="http://schemas.microsoft.com/office/powerpoint/2010/main">
    <mc:Choice Requires="p14">
      <p:transition spd="slow" p14:dur="2000" advTm="27398"/>
    </mc:Choice>
    <mc:Fallback xmlns="">
      <p:transition spd="slow" advTm="27398"/>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E8DE4-61AE-C82D-2B08-B43C8501D44D}"/>
              </a:ext>
            </a:extLst>
          </p:cNvPr>
          <p:cNvSpPr>
            <a:spLocks noGrp="1"/>
          </p:cNvSpPr>
          <p:nvPr>
            <p:ph type="title"/>
          </p:nvPr>
        </p:nvSpPr>
        <p:spPr>
          <a:xfrm>
            <a:off x="677334" y="609600"/>
            <a:ext cx="8596668" cy="935736"/>
          </a:xfrm>
        </p:spPr>
        <p:txBody>
          <a:bodyPr>
            <a:normAutofit fontScale="90000"/>
          </a:bodyPr>
          <a:lstStyle/>
          <a:p>
            <a:r>
              <a:rPr lang="en-US" b="1" dirty="0">
                <a:latin typeface="Times New Roman" panose="02020603050405020304" pitchFamily="18" charset="0"/>
                <a:cs typeface="Times New Roman" panose="02020603050405020304" pitchFamily="18" charset="0"/>
              </a:rPr>
              <a:t>Optimal Method Selection</a:t>
            </a:r>
            <a:br>
              <a:rPr lang="en-US" b="1" i="0" dirty="0">
                <a:solidFill>
                  <a:srgbClr val="1F2328"/>
                </a:solidFill>
                <a:effectLst/>
                <a:latin typeface="-apple-system"/>
              </a:rPr>
            </a:br>
            <a:endParaRPr lang="en-US" dirty="0"/>
          </a:p>
        </p:txBody>
      </p:sp>
      <p:sp>
        <p:nvSpPr>
          <p:cNvPr id="3" name="Content Placeholder 2">
            <a:extLst>
              <a:ext uri="{FF2B5EF4-FFF2-40B4-BE49-F238E27FC236}">
                <a16:creationId xmlns:a16="http://schemas.microsoft.com/office/drawing/2014/main" id="{42B43AC6-7CC5-8DAF-C0B5-4D6F0588D8E3}"/>
              </a:ext>
            </a:extLst>
          </p:cNvPr>
          <p:cNvSpPr>
            <a:spLocks noGrp="1"/>
          </p:cNvSpPr>
          <p:nvPr>
            <p:ph idx="1"/>
          </p:nvPr>
        </p:nvSpPr>
        <p:spPr>
          <a:xfrm>
            <a:off x="677335" y="1488613"/>
            <a:ext cx="8712472" cy="4233761"/>
          </a:xfrm>
        </p:spPr>
        <p:txBody>
          <a:bodyPr>
            <a:normAutofit/>
          </a:bodyPr>
          <a:lstStyle/>
          <a:p>
            <a:pPr marL="0" indent="0">
              <a:buNone/>
            </a:pPr>
            <a:endParaRPr lang="en-US" b="0" i="0" dirty="0">
              <a:solidFill>
                <a:srgbClr val="1F2328"/>
              </a:solidFill>
              <a:effectLst/>
              <a:latin typeface="-apple-system"/>
            </a:endParaRPr>
          </a:p>
          <a:p>
            <a:pPr marL="0" indent="0">
              <a:buNone/>
            </a:pPr>
            <a:endParaRPr lang="en-US" b="0" i="0" dirty="0">
              <a:solidFill>
                <a:srgbClr val="1F2328"/>
              </a:solidFill>
              <a:effectLst/>
              <a:latin typeface="-apple-system"/>
            </a:endParaRPr>
          </a:p>
          <a:p>
            <a:pPr marL="0" indent="0">
              <a:buNone/>
            </a:pPr>
            <a:endParaRPr lang="en-US" dirty="0">
              <a:solidFill>
                <a:srgbClr val="1F2328"/>
              </a:solidFill>
              <a:latin typeface="-apple-system"/>
            </a:endParaRPr>
          </a:p>
          <a:p>
            <a:pPr marL="0" indent="0">
              <a:buNone/>
            </a:pPr>
            <a:endParaRPr lang="en-US" b="0" i="0" dirty="0">
              <a:solidFill>
                <a:srgbClr val="1F2328"/>
              </a:solidFill>
              <a:effectLst/>
              <a:latin typeface="-apple-system"/>
            </a:endParaRPr>
          </a:p>
          <a:p>
            <a:pPr marL="0" indent="0" algn="l">
              <a:buNone/>
            </a:pPr>
            <a:endParaRPr lang="en-US" b="0" i="0" dirty="0">
              <a:solidFill>
                <a:srgbClr val="1F2328"/>
              </a:solidFill>
              <a:effectLst/>
              <a:latin typeface="-apple-system"/>
            </a:endParaRPr>
          </a:p>
          <a:p>
            <a:pPr marL="0" indent="0" algn="l">
              <a:buNone/>
            </a:pPr>
            <a:endParaRPr lang="en-US" b="0" i="0" dirty="0">
              <a:solidFill>
                <a:srgbClr val="1F2328"/>
              </a:solidFill>
              <a:effectLst/>
              <a:latin typeface="-apple-system"/>
            </a:endParaRPr>
          </a:p>
          <a:p>
            <a:pPr algn="l">
              <a:buFont typeface="Arial" panose="020B0604020202020204" pitchFamily="34" charset="0"/>
              <a:buChar char="•"/>
            </a:pPr>
            <a:endParaRPr lang="en-US" b="0" i="0" dirty="0">
              <a:solidFill>
                <a:srgbClr val="1F2328"/>
              </a:solidFill>
              <a:effectLst/>
              <a:latin typeface="-apple-system"/>
            </a:endParaRPr>
          </a:p>
        </p:txBody>
      </p:sp>
      <p:sp>
        <p:nvSpPr>
          <p:cNvPr id="4" name="Footer Placeholder 3">
            <a:extLst>
              <a:ext uri="{FF2B5EF4-FFF2-40B4-BE49-F238E27FC236}">
                <a16:creationId xmlns:a16="http://schemas.microsoft.com/office/drawing/2014/main" id="{32E2269F-8792-6492-E51B-6C320092989A}"/>
              </a:ext>
            </a:extLst>
          </p:cNvPr>
          <p:cNvSpPr>
            <a:spLocks noGrp="1"/>
          </p:cNvSpPr>
          <p:nvPr>
            <p:ph type="ftr" sz="quarter" idx="11"/>
          </p:nvPr>
        </p:nvSpPr>
        <p:spPr>
          <a:xfrm>
            <a:off x="677334" y="6236262"/>
            <a:ext cx="6297612" cy="365125"/>
          </a:xfrm>
        </p:spPr>
        <p:txBody>
          <a:bodyPr/>
          <a:lstStyle/>
          <a:p>
            <a:r>
              <a:rPr lang="en-US" dirty="0"/>
              <a:t>Frankfurt University Of Applied Sciences, 2024-25</a:t>
            </a:r>
          </a:p>
        </p:txBody>
      </p:sp>
      <p:pic>
        <p:nvPicPr>
          <p:cNvPr id="5" name="Picture 4">
            <a:extLst>
              <a:ext uri="{FF2B5EF4-FFF2-40B4-BE49-F238E27FC236}">
                <a16:creationId xmlns:a16="http://schemas.microsoft.com/office/drawing/2014/main" id="{BAC5D56E-DB94-5FDB-F19A-EB631A8F250C}"/>
              </a:ext>
            </a:extLst>
          </p:cNvPr>
          <p:cNvPicPr>
            <a:picLocks noChangeAspect="1"/>
          </p:cNvPicPr>
          <p:nvPr/>
        </p:nvPicPr>
        <p:blipFill rotWithShape="1">
          <a:blip r:embed="rId4"/>
          <a:srcRect t="16364" r="2" b="767"/>
          <a:stretch/>
        </p:blipFill>
        <p:spPr>
          <a:xfrm>
            <a:off x="10174940" y="20055"/>
            <a:ext cx="2017059" cy="867938"/>
          </a:xfrm>
          <a:prstGeom prst="rect">
            <a:avLst/>
          </a:prstGeom>
        </p:spPr>
      </p:pic>
      <p:sp>
        <p:nvSpPr>
          <p:cNvPr id="6" name="Oval 5">
            <a:extLst>
              <a:ext uri="{FF2B5EF4-FFF2-40B4-BE49-F238E27FC236}">
                <a16:creationId xmlns:a16="http://schemas.microsoft.com/office/drawing/2014/main" id="{64E061B8-DAE3-CFDD-5A56-3845831A32D2}"/>
              </a:ext>
            </a:extLst>
          </p:cNvPr>
          <p:cNvSpPr/>
          <p:nvPr/>
        </p:nvSpPr>
        <p:spPr>
          <a:xfrm>
            <a:off x="481263" y="2794640"/>
            <a:ext cx="2406316" cy="1034715"/>
          </a:xfrm>
          <a:prstGeom prst="ellipse">
            <a:avLst/>
          </a:prstGeom>
          <a:solidFill>
            <a:schemeClr val="accent1">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l"/>
            <a:r>
              <a:rPr lang="en-US" sz="1600" b="1" i="0" dirty="0">
                <a:solidFill>
                  <a:srgbClr val="1F2328"/>
                </a:solidFill>
                <a:effectLst/>
                <a:latin typeface="-apple-system"/>
              </a:rPr>
              <a:t>Mean Execution Time </a:t>
            </a:r>
            <a:r>
              <a:rPr lang="en-US" sz="1600" b="0" i="0" dirty="0">
                <a:solidFill>
                  <a:srgbClr val="1F2328"/>
                </a:solidFill>
                <a:effectLst/>
                <a:latin typeface="-apple-system"/>
              </a:rPr>
              <a:t>(Low Mean) </a:t>
            </a:r>
          </a:p>
        </p:txBody>
      </p:sp>
      <p:sp>
        <p:nvSpPr>
          <p:cNvPr id="7" name="Oval 6">
            <a:extLst>
              <a:ext uri="{FF2B5EF4-FFF2-40B4-BE49-F238E27FC236}">
                <a16:creationId xmlns:a16="http://schemas.microsoft.com/office/drawing/2014/main" id="{EB4AADD3-06CD-9C86-27A9-54367518FA8B}"/>
              </a:ext>
            </a:extLst>
          </p:cNvPr>
          <p:cNvSpPr/>
          <p:nvPr/>
        </p:nvSpPr>
        <p:spPr>
          <a:xfrm>
            <a:off x="3966411" y="2833521"/>
            <a:ext cx="2622884" cy="1034715"/>
          </a:xfrm>
          <a:prstGeom prst="ellipse">
            <a:avLst/>
          </a:prstGeom>
          <a:solidFill>
            <a:schemeClr val="accent1">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l"/>
            <a:r>
              <a:rPr lang="en-US" sz="1600" b="1" i="0" dirty="0">
                <a:solidFill>
                  <a:srgbClr val="1F2328"/>
                </a:solidFill>
                <a:effectLst/>
                <a:latin typeface="-apple-system"/>
              </a:rPr>
              <a:t>Consistent Performance</a:t>
            </a:r>
            <a:r>
              <a:rPr lang="en-US" sz="1600" b="0" i="0" dirty="0">
                <a:solidFill>
                  <a:srgbClr val="1F2328"/>
                </a:solidFill>
                <a:effectLst/>
                <a:latin typeface="-apple-system"/>
              </a:rPr>
              <a:t> (Low variance)</a:t>
            </a:r>
          </a:p>
        </p:txBody>
      </p:sp>
      <p:sp>
        <p:nvSpPr>
          <p:cNvPr id="8" name="Oval 7">
            <a:extLst>
              <a:ext uri="{FF2B5EF4-FFF2-40B4-BE49-F238E27FC236}">
                <a16:creationId xmlns:a16="http://schemas.microsoft.com/office/drawing/2014/main" id="{A7786689-3715-A616-6B66-DC0641FDCDA6}"/>
              </a:ext>
            </a:extLst>
          </p:cNvPr>
          <p:cNvSpPr/>
          <p:nvPr/>
        </p:nvSpPr>
        <p:spPr>
          <a:xfrm>
            <a:off x="7632476" y="2794640"/>
            <a:ext cx="2406316" cy="1034715"/>
          </a:xfrm>
          <a:prstGeom prst="ellipse">
            <a:avLst/>
          </a:prstGeom>
          <a:solidFill>
            <a:schemeClr val="accent1">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l"/>
            <a:r>
              <a:rPr lang="en-US" sz="1600" b="1" i="0" dirty="0">
                <a:solidFill>
                  <a:srgbClr val="1F2328"/>
                </a:solidFill>
                <a:effectLst/>
                <a:latin typeface="-apple-system"/>
              </a:rPr>
              <a:t>Predictable Stability</a:t>
            </a:r>
            <a:r>
              <a:rPr lang="en-US" sz="1600" b="0" i="0" dirty="0">
                <a:solidFill>
                  <a:srgbClr val="1F2328"/>
                </a:solidFill>
                <a:effectLst/>
                <a:latin typeface="-apple-system"/>
              </a:rPr>
              <a:t> (Low Max/Min ratio)</a:t>
            </a:r>
            <a:endParaRPr lang="en-US" sz="1600" dirty="0">
              <a:solidFill>
                <a:srgbClr val="1F2328"/>
              </a:solidFill>
              <a:latin typeface="-apple-system"/>
            </a:endParaRPr>
          </a:p>
        </p:txBody>
      </p:sp>
      <p:sp>
        <p:nvSpPr>
          <p:cNvPr id="10" name="Rectangle: Rounded Corners 9">
            <a:extLst>
              <a:ext uri="{FF2B5EF4-FFF2-40B4-BE49-F238E27FC236}">
                <a16:creationId xmlns:a16="http://schemas.microsoft.com/office/drawing/2014/main" id="{99B53245-D282-FD69-48D9-78D01DAFC274}"/>
              </a:ext>
            </a:extLst>
          </p:cNvPr>
          <p:cNvSpPr/>
          <p:nvPr/>
        </p:nvSpPr>
        <p:spPr>
          <a:xfrm>
            <a:off x="3966411" y="1418415"/>
            <a:ext cx="2622884" cy="1005934"/>
          </a:xfrm>
          <a:prstGeom prst="roundRect">
            <a:avLst/>
          </a:prstGeom>
          <a:solidFill>
            <a:schemeClr val="accent3">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Method Selection</a:t>
            </a:r>
          </a:p>
        </p:txBody>
      </p:sp>
      <p:sp>
        <p:nvSpPr>
          <p:cNvPr id="11" name="Flowchart: Data 10">
            <a:extLst>
              <a:ext uri="{FF2B5EF4-FFF2-40B4-BE49-F238E27FC236}">
                <a16:creationId xmlns:a16="http://schemas.microsoft.com/office/drawing/2014/main" id="{846053A3-DC4D-0F94-60EF-B8597F39F0B5}"/>
              </a:ext>
            </a:extLst>
          </p:cNvPr>
          <p:cNvSpPr/>
          <p:nvPr/>
        </p:nvSpPr>
        <p:spPr>
          <a:xfrm>
            <a:off x="0" y="4069017"/>
            <a:ext cx="3632734" cy="826168"/>
          </a:xfrm>
          <a:prstGeom prst="flowChartInputOutput">
            <a:avLst/>
          </a:prstGeom>
          <a:solidFill>
            <a:schemeClr val="accent5">
              <a:lumMod val="40000"/>
              <a:lumOff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marL="0" indent="0" algn="l">
              <a:buNone/>
            </a:pPr>
            <a:r>
              <a:rPr lang="en-US" sz="1600" b="0" i="0" dirty="0">
                <a:solidFill>
                  <a:srgbClr val="1F2328"/>
                </a:solidFill>
                <a:effectLst/>
                <a:latin typeface="-apple-system"/>
              </a:rPr>
              <a:t> Initializing Mean Value: </a:t>
            </a:r>
            <a:r>
              <a:rPr lang="en-US" sz="1600" b="0" i="0" dirty="0">
                <a:solidFill>
                  <a:srgbClr val="1F2328"/>
                </a:solidFill>
                <a:effectLst/>
                <a:highlight>
                  <a:srgbClr val="FFFF00"/>
                </a:highlight>
                <a:latin typeface="-apple-system"/>
              </a:rPr>
              <a:t>2.7113</a:t>
            </a:r>
          </a:p>
          <a:p>
            <a:pPr marL="0" indent="0" algn="l">
              <a:buNone/>
            </a:pPr>
            <a:r>
              <a:rPr lang="en-US" sz="1600" b="0" i="0" dirty="0">
                <a:solidFill>
                  <a:srgbClr val="1F2328"/>
                </a:solidFill>
                <a:effectLst/>
                <a:latin typeface="-apple-system"/>
              </a:rPr>
              <a:t>Execution Mean Value: </a:t>
            </a:r>
            <a:r>
              <a:rPr lang="en-US" sz="1600" b="0" i="0" dirty="0">
                <a:solidFill>
                  <a:srgbClr val="1F2328"/>
                </a:solidFill>
                <a:effectLst/>
                <a:highlight>
                  <a:srgbClr val="FFFF00"/>
                </a:highlight>
                <a:latin typeface="-apple-system"/>
              </a:rPr>
              <a:t>3.8094 </a:t>
            </a:r>
          </a:p>
        </p:txBody>
      </p:sp>
      <p:sp>
        <p:nvSpPr>
          <p:cNvPr id="12" name="Flowchart: Data 11">
            <a:extLst>
              <a:ext uri="{FF2B5EF4-FFF2-40B4-BE49-F238E27FC236}">
                <a16:creationId xmlns:a16="http://schemas.microsoft.com/office/drawing/2014/main" id="{4848D5FA-28B4-7CC7-E6F1-647A85955AE1}"/>
              </a:ext>
            </a:extLst>
          </p:cNvPr>
          <p:cNvSpPr/>
          <p:nvPr/>
        </p:nvSpPr>
        <p:spPr>
          <a:xfrm>
            <a:off x="2662340" y="5139979"/>
            <a:ext cx="4244836" cy="826168"/>
          </a:xfrm>
          <a:prstGeom prst="flowChartInputOutput">
            <a:avLst/>
          </a:prstGeom>
          <a:solidFill>
            <a:schemeClr val="accent5">
              <a:lumMod val="40000"/>
              <a:lumOff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marL="0" indent="0" algn="l">
              <a:buNone/>
            </a:pPr>
            <a:r>
              <a:rPr lang="en-US" sz="1600" b="0" i="0" dirty="0">
                <a:solidFill>
                  <a:srgbClr val="1F2328"/>
                </a:solidFill>
                <a:effectLst/>
                <a:latin typeface="-apple-system"/>
              </a:rPr>
              <a:t>Variance for Initializing Time: </a:t>
            </a:r>
            <a:r>
              <a:rPr lang="en-US" sz="1600" b="0" i="0" dirty="0">
                <a:solidFill>
                  <a:srgbClr val="1F2328"/>
                </a:solidFill>
                <a:effectLst/>
                <a:highlight>
                  <a:srgbClr val="FFFF00"/>
                </a:highlight>
                <a:latin typeface="-apple-system"/>
              </a:rPr>
              <a:t>57.2691</a:t>
            </a:r>
          </a:p>
          <a:p>
            <a:pPr marL="0" indent="0" algn="l">
              <a:buNone/>
            </a:pPr>
            <a:r>
              <a:rPr lang="en-US" sz="1600" b="0" i="0" dirty="0">
                <a:solidFill>
                  <a:srgbClr val="1F2328"/>
                </a:solidFill>
                <a:effectLst/>
                <a:latin typeface="-apple-system"/>
              </a:rPr>
              <a:t>Variance for Computing Time: </a:t>
            </a:r>
            <a:r>
              <a:rPr lang="en-US" sz="1600" b="0" i="0" dirty="0">
                <a:solidFill>
                  <a:srgbClr val="1F2328"/>
                </a:solidFill>
                <a:effectLst/>
                <a:highlight>
                  <a:srgbClr val="FFFF00"/>
                </a:highlight>
                <a:latin typeface="-apple-system"/>
              </a:rPr>
              <a:t>75.9218</a:t>
            </a:r>
          </a:p>
        </p:txBody>
      </p:sp>
      <p:sp>
        <p:nvSpPr>
          <p:cNvPr id="13" name="Flowchart: Data 12">
            <a:extLst>
              <a:ext uri="{FF2B5EF4-FFF2-40B4-BE49-F238E27FC236}">
                <a16:creationId xmlns:a16="http://schemas.microsoft.com/office/drawing/2014/main" id="{3BB14ED2-4DDA-DCF9-5C99-3C2F42A3111F}"/>
              </a:ext>
            </a:extLst>
          </p:cNvPr>
          <p:cNvSpPr/>
          <p:nvPr/>
        </p:nvSpPr>
        <p:spPr>
          <a:xfrm>
            <a:off x="6589295" y="4089685"/>
            <a:ext cx="4244837" cy="920087"/>
          </a:xfrm>
          <a:prstGeom prst="flowChartInputOutput">
            <a:avLst/>
          </a:prstGeom>
          <a:solidFill>
            <a:schemeClr val="accent5">
              <a:lumMod val="40000"/>
              <a:lumOff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marL="0" indent="0" algn="l">
              <a:buNone/>
            </a:pPr>
            <a:r>
              <a:rPr lang="en-US" sz="1600" b="0" i="0" dirty="0">
                <a:solidFill>
                  <a:srgbClr val="1F2328"/>
                </a:solidFill>
                <a:effectLst/>
                <a:latin typeface="-apple-system"/>
              </a:rPr>
              <a:t>Max/Min ratio for Initialization: </a:t>
            </a:r>
            <a:r>
              <a:rPr lang="en-US" sz="1600" b="0" i="0" dirty="0">
                <a:solidFill>
                  <a:srgbClr val="1F2328"/>
                </a:solidFill>
                <a:effectLst/>
                <a:highlight>
                  <a:srgbClr val="FFFF00"/>
                </a:highlight>
                <a:latin typeface="-apple-system"/>
              </a:rPr>
              <a:t>457.4827</a:t>
            </a:r>
          </a:p>
          <a:p>
            <a:pPr marL="0" indent="0">
              <a:buNone/>
            </a:pPr>
            <a:r>
              <a:rPr lang="en-US" sz="1600" b="0" i="0" dirty="0">
                <a:solidFill>
                  <a:srgbClr val="1F2328"/>
                </a:solidFill>
                <a:effectLst/>
                <a:latin typeface="-apple-system"/>
              </a:rPr>
              <a:t>Max/Min ratio for Compute: </a:t>
            </a:r>
            <a:r>
              <a:rPr lang="en-US" sz="1600" b="0" i="0" dirty="0">
                <a:solidFill>
                  <a:srgbClr val="1F2328"/>
                </a:solidFill>
                <a:effectLst/>
                <a:highlight>
                  <a:srgbClr val="FFFF00"/>
                </a:highlight>
                <a:latin typeface="-apple-system"/>
              </a:rPr>
              <a:t>163.3142</a:t>
            </a:r>
          </a:p>
        </p:txBody>
      </p:sp>
      <p:cxnSp>
        <p:nvCxnSpPr>
          <p:cNvPr id="15" name="Straight Arrow Connector 14">
            <a:extLst>
              <a:ext uri="{FF2B5EF4-FFF2-40B4-BE49-F238E27FC236}">
                <a16:creationId xmlns:a16="http://schemas.microsoft.com/office/drawing/2014/main" id="{8D675F6D-5F40-2EA4-BC10-B28ABC7F07EF}"/>
              </a:ext>
            </a:extLst>
          </p:cNvPr>
          <p:cNvCxnSpPr>
            <a:cxnSpLocks/>
          </p:cNvCxnSpPr>
          <p:nvPr/>
        </p:nvCxnSpPr>
        <p:spPr>
          <a:xfrm flipH="1">
            <a:off x="1989221" y="2387586"/>
            <a:ext cx="2037347" cy="4013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4B95D5F-0CC9-B950-24F1-C0DD3F688B80}"/>
              </a:ext>
            </a:extLst>
          </p:cNvPr>
          <p:cNvCxnSpPr>
            <a:cxnSpLocks/>
            <a:stCxn id="10" idx="2"/>
            <a:endCxn id="7" idx="0"/>
          </p:cNvCxnSpPr>
          <p:nvPr/>
        </p:nvCxnSpPr>
        <p:spPr>
          <a:xfrm>
            <a:off x="5277853" y="2424349"/>
            <a:ext cx="0" cy="4091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6A50792B-CC2F-5F5A-6FC2-B9284AE1F34D}"/>
              </a:ext>
            </a:extLst>
          </p:cNvPr>
          <p:cNvCxnSpPr>
            <a:cxnSpLocks/>
            <a:endCxn id="8" idx="1"/>
          </p:cNvCxnSpPr>
          <p:nvPr/>
        </p:nvCxnSpPr>
        <p:spPr>
          <a:xfrm>
            <a:off x="6589295" y="2400345"/>
            <a:ext cx="1395578" cy="5458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9B6570C1-E3D1-30D6-DC1F-0C7B29E83D31}"/>
              </a:ext>
            </a:extLst>
          </p:cNvPr>
          <p:cNvCxnSpPr>
            <a:cxnSpLocks/>
            <a:endCxn id="12" idx="0"/>
          </p:cNvCxnSpPr>
          <p:nvPr/>
        </p:nvCxnSpPr>
        <p:spPr>
          <a:xfrm>
            <a:off x="5209242" y="3787284"/>
            <a:ext cx="0" cy="13526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662A870F-2648-0643-5FC7-866909C260D1}"/>
              </a:ext>
            </a:extLst>
          </p:cNvPr>
          <p:cNvCxnSpPr>
            <a:cxnSpLocks/>
            <a:stCxn id="6" idx="4"/>
          </p:cNvCxnSpPr>
          <p:nvPr/>
        </p:nvCxnSpPr>
        <p:spPr>
          <a:xfrm>
            <a:off x="1684421" y="3829355"/>
            <a:ext cx="0" cy="260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2CCFE466-BE63-D787-EEF9-F34FA1B18787}"/>
              </a:ext>
            </a:extLst>
          </p:cNvPr>
          <p:cNvCxnSpPr>
            <a:cxnSpLocks/>
          </p:cNvCxnSpPr>
          <p:nvPr/>
        </p:nvCxnSpPr>
        <p:spPr>
          <a:xfrm>
            <a:off x="8903369" y="3808687"/>
            <a:ext cx="0" cy="260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Slide Number Placeholder 33">
            <a:extLst>
              <a:ext uri="{FF2B5EF4-FFF2-40B4-BE49-F238E27FC236}">
                <a16:creationId xmlns:a16="http://schemas.microsoft.com/office/drawing/2014/main" id="{87F5C554-B5F0-2C6F-6857-9E0BBA8BA9C2}"/>
              </a:ext>
            </a:extLst>
          </p:cNvPr>
          <p:cNvSpPr>
            <a:spLocks noGrp="1"/>
          </p:cNvSpPr>
          <p:nvPr>
            <p:ph type="sldNum" sz="quarter" idx="12"/>
          </p:nvPr>
        </p:nvSpPr>
        <p:spPr/>
        <p:txBody>
          <a:bodyPr/>
          <a:lstStyle/>
          <a:p>
            <a:fld id="{F43B3212-AB51-4C32-B91B-7DEDCE5605D3}" type="slidenum">
              <a:rPr lang="en-US" smtClean="0"/>
              <a:t>18</a:t>
            </a:fld>
            <a:endParaRPr lang="en-US"/>
          </a:p>
        </p:txBody>
      </p:sp>
    </p:spTree>
    <p:custDataLst>
      <p:tags r:id="rId1"/>
    </p:custDataLst>
    <p:extLst>
      <p:ext uri="{BB962C8B-B14F-4D97-AF65-F5344CB8AC3E}">
        <p14:creationId xmlns:p14="http://schemas.microsoft.com/office/powerpoint/2010/main" val="3971233432"/>
      </p:ext>
    </p:extLst>
  </p:cSld>
  <p:clrMapOvr>
    <a:masterClrMapping/>
  </p:clrMapOvr>
  <mc:AlternateContent xmlns:mc="http://schemas.openxmlformats.org/markup-compatibility/2006" xmlns:p14="http://schemas.microsoft.com/office/powerpoint/2010/main">
    <mc:Choice Requires="p14">
      <p:transition spd="slow" p14:dur="2000" advTm="88859"/>
    </mc:Choice>
    <mc:Fallback xmlns="">
      <p:transition spd="slow" advTm="8885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000"/>
                                        <p:tgtEl>
                                          <p:spTgt spid="6"/>
                                        </p:tgtEl>
                                      </p:cBhvr>
                                    </p:animEffect>
                                    <p:anim calcmode="lin" valueType="num">
                                      <p:cBhvr>
                                        <p:cTn id="17" dur="1000" fill="hold"/>
                                        <p:tgtEl>
                                          <p:spTgt spid="6"/>
                                        </p:tgtEl>
                                        <p:attrNameLst>
                                          <p:attrName>ppt_x</p:attrName>
                                        </p:attrNameLst>
                                      </p:cBhvr>
                                      <p:tavLst>
                                        <p:tav tm="0">
                                          <p:val>
                                            <p:strVal val="#ppt_x"/>
                                          </p:val>
                                        </p:tav>
                                        <p:tav tm="100000">
                                          <p:val>
                                            <p:strVal val="#ppt_x"/>
                                          </p:val>
                                        </p:tav>
                                      </p:tavLst>
                                    </p:anim>
                                    <p:anim calcmode="lin" valueType="num">
                                      <p:cBhvr>
                                        <p:cTn id="1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ppt_w</p:attrName>
                                        </p:attrNameLst>
                                      </p:cBhvr>
                                      <p:tavLst>
                                        <p:tav tm="0">
                                          <p:val>
                                            <p:fltVal val="0"/>
                                          </p:val>
                                        </p:tav>
                                        <p:tav tm="100000">
                                          <p:val>
                                            <p:strVal val="#ppt_w"/>
                                          </p:val>
                                        </p:tav>
                                      </p:tavLst>
                                    </p:anim>
                                    <p:anim calcmode="lin" valueType="num">
                                      <p:cBhvr>
                                        <p:cTn id="28" dur="500" fill="hold"/>
                                        <p:tgtEl>
                                          <p:spTgt spid="11"/>
                                        </p:tgtEl>
                                        <p:attrNameLst>
                                          <p:attrName>ppt_h</p:attrName>
                                        </p:attrNameLst>
                                      </p:cBhvr>
                                      <p:tavLst>
                                        <p:tav tm="0">
                                          <p:val>
                                            <p:fltVal val="0"/>
                                          </p:val>
                                        </p:tav>
                                        <p:tav tm="100000">
                                          <p:val>
                                            <p:strVal val="#ppt_h"/>
                                          </p:val>
                                        </p:tav>
                                      </p:tavLst>
                                    </p:anim>
                                    <p:animEffect transition="in" filter="fade">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8"/>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1000"/>
                                        <p:tgtEl>
                                          <p:spTgt spid="7"/>
                                        </p:tgtEl>
                                      </p:cBhvr>
                                    </p:animEffect>
                                    <p:anim calcmode="lin" valueType="num">
                                      <p:cBhvr>
                                        <p:cTn id="39" dur="1000" fill="hold"/>
                                        <p:tgtEl>
                                          <p:spTgt spid="7"/>
                                        </p:tgtEl>
                                        <p:attrNameLst>
                                          <p:attrName>ppt_x</p:attrName>
                                        </p:attrNameLst>
                                      </p:cBhvr>
                                      <p:tavLst>
                                        <p:tav tm="0">
                                          <p:val>
                                            <p:strVal val="#ppt_x"/>
                                          </p:val>
                                        </p:tav>
                                        <p:tav tm="100000">
                                          <p:val>
                                            <p:strVal val="#ppt_x"/>
                                          </p:val>
                                        </p:tav>
                                      </p:tavLst>
                                    </p:anim>
                                    <p:anim calcmode="lin" valueType="num">
                                      <p:cBhvr>
                                        <p:cTn id="4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p:cTn id="49" dur="500" fill="hold"/>
                                        <p:tgtEl>
                                          <p:spTgt spid="12"/>
                                        </p:tgtEl>
                                        <p:attrNameLst>
                                          <p:attrName>ppt_w</p:attrName>
                                        </p:attrNameLst>
                                      </p:cBhvr>
                                      <p:tavLst>
                                        <p:tav tm="0">
                                          <p:val>
                                            <p:fltVal val="0"/>
                                          </p:val>
                                        </p:tav>
                                        <p:tav tm="100000">
                                          <p:val>
                                            <p:strVal val="#ppt_w"/>
                                          </p:val>
                                        </p:tav>
                                      </p:tavLst>
                                    </p:anim>
                                    <p:anim calcmode="lin" valueType="num">
                                      <p:cBhvr>
                                        <p:cTn id="50" dur="500" fill="hold"/>
                                        <p:tgtEl>
                                          <p:spTgt spid="12"/>
                                        </p:tgtEl>
                                        <p:attrNameLst>
                                          <p:attrName>ppt_h</p:attrName>
                                        </p:attrNameLst>
                                      </p:cBhvr>
                                      <p:tavLst>
                                        <p:tav tm="0">
                                          <p:val>
                                            <p:fltVal val="0"/>
                                          </p:val>
                                        </p:tav>
                                        <p:tav tm="100000">
                                          <p:val>
                                            <p:strVal val="#ppt_h"/>
                                          </p:val>
                                        </p:tav>
                                      </p:tavLst>
                                    </p:anim>
                                    <p:animEffect transition="in" filter="fade">
                                      <p:cBhvr>
                                        <p:cTn id="51" dur="500"/>
                                        <p:tgtEl>
                                          <p:spTgt spid="12"/>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19"/>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grpId="0" nodeType="clickEffect">
                                  <p:stCondLst>
                                    <p:cond delay="0"/>
                                  </p:stCondLst>
                                  <p:childTnLst>
                                    <p:set>
                                      <p:cBhvr>
                                        <p:cTn id="59" dur="1" fill="hold">
                                          <p:stCondLst>
                                            <p:cond delay="0"/>
                                          </p:stCondLst>
                                        </p:cTn>
                                        <p:tgtEl>
                                          <p:spTgt spid="8"/>
                                        </p:tgtEl>
                                        <p:attrNameLst>
                                          <p:attrName>style.visibility</p:attrName>
                                        </p:attrNameLst>
                                      </p:cBhvr>
                                      <p:to>
                                        <p:strVal val="visible"/>
                                      </p:to>
                                    </p:set>
                                    <p:animEffect transition="in" filter="fade">
                                      <p:cBhvr>
                                        <p:cTn id="60" dur="1000"/>
                                        <p:tgtEl>
                                          <p:spTgt spid="8"/>
                                        </p:tgtEl>
                                      </p:cBhvr>
                                    </p:animEffect>
                                    <p:anim calcmode="lin" valueType="num">
                                      <p:cBhvr>
                                        <p:cTn id="61" dur="1000" fill="hold"/>
                                        <p:tgtEl>
                                          <p:spTgt spid="8"/>
                                        </p:tgtEl>
                                        <p:attrNameLst>
                                          <p:attrName>ppt_x</p:attrName>
                                        </p:attrNameLst>
                                      </p:cBhvr>
                                      <p:tavLst>
                                        <p:tav tm="0">
                                          <p:val>
                                            <p:strVal val="#ppt_x"/>
                                          </p:val>
                                        </p:tav>
                                        <p:tav tm="100000">
                                          <p:val>
                                            <p:strVal val="#ppt_x"/>
                                          </p:val>
                                        </p:tav>
                                      </p:tavLst>
                                    </p:anim>
                                    <p:anim calcmode="lin" valueType="num">
                                      <p:cBhvr>
                                        <p:cTn id="62"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53" presetClass="entr" presetSubtype="16" fill="hold" grpId="0" nodeType="clickEffect">
                                  <p:stCondLst>
                                    <p:cond delay="0"/>
                                  </p:stCondLst>
                                  <p:childTnLst>
                                    <p:set>
                                      <p:cBhvr>
                                        <p:cTn id="70" dur="1" fill="hold">
                                          <p:stCondLst>
                                            <p:cond delay="0"/>
                                          </p:stCondLst>
                                        </p:cTn>
                                        <p:tgtEl>
                                          <p:spTgt spid="13"/>
                                        </p:tgtEl>
                                        <p:attrNameLst>
                                          <p:attrName>style.visibility</p:attrName>
                                        </p:attrNameLst>
                                      </p:cBhvr>
                                      <p:to>
                                        <p:strVal val="visible"/>
                                      </p:to>
                                    </p:set>
                                    <p:anim calcmode="lin" valueType="num">
                                      <p:cBhvr>
                                        <p:cTn id="71" dur="500" fill="hold"/>
                                        <p:tgtEl>
                                          <p:spTgt spid="13"/>
                                        </p:tgtEl>
                                        <p:attrNameLst>
                                          <p:attrName>ppt_w</p:attrName>
                                        </p:attrNameLst>
                                      </p:cBhvr>
                                      <p:tavLst>
                                        <p:tav tm="0">
                                          <p:val>
                                            <p:fltVal val="0"/>
                                          </p:val>
                                        </p:tav>
                                        <p:tav tm="100000">
                                          <p:val>
                                            <p:strVal val="#ppt_w"/>
                                          </p:val>
                                        </p:tav>
                                      </p:tavLst>
                                    </p:anim>
                                    <p:anim calcmode="lin" valueType="num">
                                      <p:cBhvr>
                                        <p:cTn id="72" dur="500" fill="hold"/>
                                        <p:tgtEl>
                                          <p:spTgt spid="13"/>
                                        </p:tgtEl>
                                        <p:attrNameLst>
                                          <p:attrName>ppt_h</p:attrName>
                                        </p:attrNameLst>
                                      </p:cBhvr>
                                      <p:tavLst>
                                        <p:tav tm="0">
                                          <p:val>
                                            <p:fltVal val="0"/>
                                          </p:val>
                                        </p:tav>
                                        <p:tav tm="100000">
                                          <p:val>
                                            <p:strVal val="#ppt_h"/>
                                          </p:val>
                                        </p:tav>
                                      </p:tavLst>
                                    </p:anim>
                                    <p:animEffect transition="in" filter="fade">
                                      <p:cBhvr>
                                        <p:cTn id="7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P spid="11" grpId="0" animBg="1"/>
      <p:bldP spid="12" grpId="0" animBg="1"/>
      <p:bldP spid="1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6C54D-C683-CD78-A753-317D127CD0FE}"/>
              </a:ext>
            </a:extLst>
          </p:cNvPr>
          <p:cNvSpPr>
            <a:spLocks noGrp="1"/>
          </p:cNvSpPr>
          <p:nvPr>
            <p:ph type="title"/>
          </p:nvPr>
        </p:nvSpPr>
        <p:spPr>
          <a:xfrm>
            <a:off x="677334" y="275618"/>
            <a:ext cx="8596668" cy="637936"/>
          </a:xfrm>
        </p:spPr>
        <p:txBody>
          <a:bodyPr>
            <a:normAutofit fontScale="90000"/>
          </a:bodyPr>
          <a:lstStyle/>
          <a:p>
            <a:r>
              <a:rPr lang="en-US" b="1" dirty="0">
                <a:latin typeface="Times New Roman" panose="02020603050405020304" pitchFamily="18" charset="0"/>
                <a:cs typeface="Times New Roman" panose="02020603050405020304" pitchFamily="18" charset="0"/>
              </a:rPr>
              <a:t>Result and Visualizations</a:t>
            </a:r>
            <a:br>
              <a:rPr lang="en-US" b="1" i="0" dirty="0">
                <a:solidFill>
                  <a:srgbClr val="1F2328"/>
                </a:solidFill>
                <a:effectLst/>
                <a:latin typeface="-apple-system"/>
              </a:rPr>
            </a:br>
            <a:endParaRPr lang="en-US" dirty="0"/>
          </a:p>
        </p:txBody>
      </p:sp>
      <p:sp>
        <p:nvSpPr>
          <p:cNvPr id="3" name="Content Placeholder 2">
            <a:extLst>
              <a:ext uri="{FF2B5EF4-FFF2-40B4-BE49-F238E27FC236}">
                <a16:creationId xmlns:a16="http://schemas.microsoft.com/office/drawing/2014/main" id="{C8FAFCF3-8309-AF15-0868-4921288ACB98}"/>
              </a:ext>
            </a:extLst>
          </p:cNvPr>
          <p:cNvSpPr>
            <a:spLocks noGrp="1"/>
          </p:cNvSpPr>
          <p:nvPr>
            <p:ph idx="1"/>
          </p:nvPr>
        </p:nvSpPr>
        <p:spPr>
          <a:xfrm>
            <a:off x="491612" y="913555"/>
            <a:ext cx="11208776" cy="5127808"/>
          </a:xfrm>
        </p:spPr>
        <p:txBody>
          <a:bodyPr/>
          <a:lstStyle/>
          <a:p>
            <a:pPr algn="l">
              <a:buNone/>
            </a:pPr>
            <a:r>
              <a:rPr lang="en-US" b="1" i="0" dirty="0">
                <a:solidFill>
                  <a:srgbClr val="1F2328"/>
                </a:solidFill>
                <a:effectLst/>
                <a:latin typeface="-apple-system"/>
              </a:rPr>
              <a:t>Visualizing Performance Data for </a:t>
            </a:r>
            <a:r>
              <a:rPr lang="en-US" b="1" i="0" dirty="0" err="1">
                <a:solidFill>
                  <a:srgbClr val="1F2328"/>
                </a:solidFill>
                <a:effectLst/>
                <a:latin typeface="-apple-system"/>
              </a:rPr>
              <a:t>InitParallelWithConcurrentDictionary</a:t>
            </a:r>
            <a:r>
              <a:rPr lang="en-US" b="1" i="0" dirty="0">
                <a:solidFill>
                  <a:srgbClr val="1F2328"/>
                </a:solidFill>
                <a:effectLst/>
                <a:latin typeface="-apple-system"/>
              </a:rPr>
              <a:t>()</a:t>
            </a:r>
            <a:endParaRPr lang="en-US" b="1" dirty="0">
              <a:solidFill>
                <a:srgbClr val="1F2328"/>
              </a:solidFill>
              <a:latin typeface="-apple-system"/>
            </a:endParaRPr>
          </a:p>
          <a:p>
            <a:pPr algn="l">
              <a:buNone/>
            </a:pPr>
            <a:r>
              <a:rPr lang="en-US" b="1" i="0" dirty="0">
                <a:solidFill>
                  <a:srgbClr val="1F2328"/>
                </a:solidFill>
                <a:effectLst/>
                <a:latin typeface="-apple-system"/>
              </a:rPr>
              <a:t>P</a:t>
            </a:r>
            <a:r>
              <a:rPr lang="en-US" i="0" dirty="0">
                <a:solidFill>
                  <a:srgbClr val="1F2328"/>
                </a:solidFill>
                <a:effectLst/>
                <a:latin typeface="-apple-system"/>
              </a:rPr>
              <a:t>erformance Comparison of both the new multi-threaded method (</a:t>
            </a:r>
            <a:r>
              <a:rPr lang="en-US" b="1" i="0" dirty="0" err="1">
                <a:solidFill>
                  <a:srgbClr val="1F2328"/>
                </a:solidFill>
                <a:effectLst/>
                <a:latin typeface="-apple-system"/>
              </a:rPr>
              <a:t>InitParallelWithConcurrentDictionary</a:t>
            </a:r>
            <a:r>
              <a:rPr lang="en-US" b="1" i="0" dirty="0">
                <a:solidFill>
                  <a:srgbClr val="1F2328"/>
                </a:solidFill>
                <a:effectLst/>
                <a:latin typeface="-apple-system"/>
              </a:rPr>
              <a:t>()</a:t>
            </a:r>
            <a:r>
              <a:rPr lang="en-US" i="0" dirty="0">
                <a:solidFill>
                  <a:srgbClr val="1F2328"/>
                </a:solidFill>
                <a:effectLst/>
                <a:latin typeface="-apple-system"/>
              </a:rPr>
              <a:t>) and the old single-threaded method (Init()) across various CPU configurations (4, 6, 8, 10, and All cores) on different PCs.</a:t>
            </a:r>
          </a:p>
          <a:p>
            <a:pPr marL="0" indent="0" algn="l">
              <a:buNone/>
            </a:pPr>
            <a:r>
              <a:rPr lang="en-US" dirty="0">
                <a:solidFill>
                  <a:srgbClr val="1F2328"/>
                </a:solidFill>
                <a:latin typeface="-apple-system"/>
              </a:rPr>
              <a:t>1] Performance Comparison for 4 and 6 Cores</a:t>
            </a:r>
            <a:endParaRPr lang="en-US" i="0" dirty="0">
              <a:solidFill>
                <a:srgbClr val="1F2328"/>
              </a:solidFill>
              <a:effectLst/>
              <a:latin typeface="-apple-system"/>
            </a:endParaRPr>
          </a:p>
          <a:p>
            <a:pPr algn="l">
              <a:buNone/>
            </a:pPr>
            <a:endParaRPr lang="en-US" i="0" dirty="0">
              <a:solidFill>
                <a:srgbClr val="1F2328"/>
              </a:solidFill>
              <a:effectLst/>
              <a:latin typeface="-apple-system"/>
            </a:endParaRPr>
          </a:p>
          <a:p>
            <a:pPr algn="l">
              <a:buNone/>
            </a:pPr>
            <a:endParaRPr lang="en-US" i="0" dirty="0">
              <a:solidFill>
                <a:srgbClr val="1F2328"/>
              </a:solidFill>
              <a:effectLst/>
              <a:latin typeface="-apple-system"/>
            </a:endParaRPr>
          </a:p>
          <a:p>
            <a:pPr algn="l">
              <a:buNone/>
            </a:pPr>
            <a:endParaRPr lang="en-US" i="0" dirty="0">
              <a:solidFill>
                <a:srgbClr val="1F2328"/>
              </a:solidFill>
              <a:effectLst/>
              <a:latin typeface="-apple-system"/>
            </a:endParaRPr>
          </a:p>
        </p:txBody>
      </p:sp>
      <p:sp>
        <p:nvSpPr>
          <p:cNvPr id="4" name="Footer Placeholder 3">
            <a:extLst>
              <a:ext uri="{FF2B5EF4-FFF2-40B4-BE49-F238E27FC236}">
                <a16:creationId xmlns:a16="http://schemas.microsoft.com/office/drawing/2014/main" id="{58EC9582-CE9E-0C73-656F-17F56FBE3E0D}"/>
              </a:ext>
            </a:extLst>
          </p:cNvPr>
          <p:cNvSpPr>
            <a:spLocks noGrp="1"/>
          </p:cNvSpPr>
          <p:nvPr>
            <p:ph type="ftr" sz="quarter" idx="11"/>
          </p:nvPr>
        </p:nvSpPr>
        <p:spPr>
          <a:xfrm>
            <a:off x="677334" y="6582382"/>
            <a:ext cx="6297612" cy="365125"/>
          </a:xfrm>
        </p:spPr>
        <p:txBody>
          <a:bodyPr/>
          <a:lstStyle/>
          <a:p>
            <a:r>
              <a:rPr lang="en-US" dirty="0"/>
              <a:t>Frankfurt University Of Applied Sciences, 2024-25</a:t>
            </a:r>
          </a:p>
        </p:txBody>
      </p:sp>
      <p:pic>
        <p:nvPicPr>
          <p:cNvPr id="9" name="Picture 8">
            <a:extLst>
              <a:ext uri="{FF2B5EF4-FFF2-40B4-BE49-F238E27FC236}">
                <a16:creationId xmlns:a16="http://schemas.microsoft.com/office/drawing/2014/main" id="{22AA8EC1-90ED-FCB6-2581-7C23A4C60C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1612" y="2320413"/>
            <a:ext cx="8318091" cy="4261969"/>
          </a:xfrm>
          <a:prstGeom prst="rect">
            <a:avLst/>
          </a:prstGeom>
        </p:spPr>
      </p:pic>
      <p:pic>
        <p:nvPicPr>
          <p:cNvPr id="5" name="Picture 4">
            <a:extLst>
              <a:ext uri="{FF2B5EF4-FFF2-40B4-BE49-F238E27FC236}">
                <a16:creationId xmlns:a16="http://schemas.microsoft.com/office/drawing/2014/main" id="{C0AC7C36-69A5-0BBE-6923-DFE65F2A08B4}"/>
              </a:ext>
            </a:extLst>
          </p:cNvPr>
          <p:cNvPicPr>
            <a:picLocks noChangeAspect="1"/>
          </p:cNvPicPr>
          <p:nvPr/>
        </p:nvPicPr>
        <p:blipFill rotWithShape="1">
          <a:blip r:embed="rId4"/>
          <a:srcRect t="16364" r="2" b="767"/>
          <a:stretch/>
        </p:blipFill>
        <p:spPr>
          <a:xfrm>
            <a:off x="10174940" y="20055"/>
            <a:ext cx="2017059" cy="867938"/>
          </a:xfrm>
          <a:prstGeom prst="rect">
            <a:avLst/>
          </a:prstGeom>
        </p:spPr>
      </p:pic>
      <p:sp>
        <p:nvSpPr>
          <p:cNvPr id="6" name="Slide Number Placeholder 5">
            <a:extLst>
              <a:ext uri="{FF2B5EF4-FFF2-40B4-BE49-F238E27FC236}">
                <a16:creationId xmlns:a16="http://schemas.microsoft.com/office/drawing/2014/main" id="{ED9CF0A6-8D90-6E0B-C0F0-DD120D1A278B}"/>
              </a:ext>
            </a:extLst>
          </p:cNvPr>
          <p:cNvSpPr>
            <a:spLocks noGrp="1"/>
          </p:cNvSpPr>
          <p:nvPr>
            <p:ph type="sldNum" sz="quarter" idx="12"/>
          </p:nvPr>
        </p:nvSpPr>
        <p:spPr/>
        <p:txBody>
          <a:bodyPr/>
          <a:lstStyle/>
          <a:p>
            <a:fld id="{F43B3212-AB51-4C32-B91B-7DEDCE5605D3}" type="slidenum">
              <a:rPr lang="en-US" smtClean="0"/>
              <a:t>19</a:t>
            </a:fld>
            <a:endParaRPr lang="en-US"/>
          </a:p>
        </p:txBody>
      </p:sp>
    </p:spTree>
    <p:extLst>
      <p:ext uri="{BB962C8B-B14F-4D97-AF65-F5344CB8AC3E}">
        <p14:creationId xmlns:p14="http://schemas.microsoft.com/office/powerpoint/2010/main" val="373200278"/>
      </p:ext>
    </p:extLst>
  </p:cSld>
  <p:clrMapOvr>
    <a:masterClrMapping/>
  </p:clrMapOvr>
  <mc:AlternateContent xmlns:mc="http://schemas.openxmlformats.org/markup-compatibility/2006" xmlns:p14="http://schemas.microsoft.com/office/powerpoint/2010/main">
    <mc:Choice Requires="p14">
      <p:transition spd="slow" p14:dur="2000" advTm="81838"/>
    </mc:Choice>
    <mc:Fallback xmlns="">
      <p:transition spd="slow" advTm="81838"/>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6C69A-2AB5-F573-0921-ABC514749194}"/>
              </a:ext>
            </a:extLst>
          </p:cNvPr>
          <p:cNvSpPr>
            <a:spLocks noGrp="1"/>
          </p:cNvSpPr>
          <p:nvPr>
            <p:ph type="title"/>
          </p:nvPr>
        </p:nvSpPr>
        <p:spPr>
          <a:xfrm>
            <a:off x="677334" y="312813"/>
            <a:ext cx="8596668" cy="503264"/>
          </a:xfrm>
        </p:spPr>
        <p:txBody>
          <a:bodyPr>
            <a:noAutofit/>
          </a:bodyPr>
          <a:lstStyle/>
          <a:p>
            <a:r>
              <a:rPr lang="en-US" sz="2400" dirty="0">
                <a:solidFill>
                  <a:srgbClr val="1F2328"/>
                </a:solidFill>
                <a:latin typeface="-apple-system"/>
              </a:rPr>
              <a:t>2] Performance Comparison for 8 and 10 Cores</a:t>
            </a:r>
            <a:br>
              <a:rPr lang="en-US" sz="2400" i="0" dirty="0">
                <a:solidFill>
                  <a:srgbClr val="1F2328"/>
                </a:solidFill>
                <a:effectLst/>
                <a:latin typeface="-apple-system"/>
              </a:rPr>
            </a:br>
            <a:endParaRPr lang="en-IN" sz="2400" dirty="0"/>
          </a:p>
        </p:txBody>
      </p:sp>
      <p:pic>
        <p:nvPicPr>
          <p:cNvPr id="6" name="Content Placeholder 5">
            <a:extLst>
              <a:ext uri="{FF2B5EF4-FFF2-40B4-BE49-F238E27FC236}">
                <a16:creationId xmlns:a16="http://schemas.microsoft.com/office/drawing/2014/main" id="{B56B0734-F98D-A7E1-4CBA-C1BF417C87F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41865" y="1032935"/>
            <a:ext cx="8732137" cy="4836923"/>
          </a:xfrm>
        </p:spPr>
      </p:pic>
      <p:sp>
        <p:nvSpPr>
          <p:cNvPr id="4" name="Footer Placeholder 3">
            <a:extLst>
              <a:ext uri="{FF2B5EF4-FFF2-40B4-BE49-F238E27FC236}">
                <a16:creationId xmlns:a16="http://schemas.microsoft.com/office/drawing/2014/main" id="{DA8C355C-946E-25F7-38BD-EA57BDA2ACE8}"/>
              </a:ext>
            </a:extLst>
          </p:cNvPr>
          <p:cNvSpPr>
            <a:spLocks noGrp="1"/>
          </p:cNvSpPr>
          <p:nvPr>
            <p:ph type="ftr" sz="quarter" idx="11"/>
          </p:nvPr>
        </p:nvSpPr>
        <p:spPr>
          <a:xfrm>
            <a:off x="677334" y="6395323"/>
            <a:ext cx="6297612" cy="365125"/>
          </a:xfrm>
        </p:spPr>
        <p:txBody>
          <a:bodyPr/>
          <a:lstStyle/>
          <a:p>
            <a:r>
              <a:rPr lang="en-US" dirty="0"/>
              <a:t>Frankfurt University Of Applied Sciences, 2024-25</a:t>
            </a:r>
          </a:p>
        </p:txBody>
      </p:sp>
      <p:pic>
        <p:nvPicPr>
          <p:cNvPr id="3" name="Picture 2">
            <a:extLst>
              <a:ext uri="{FF2B5EF4-FFF2-40B4-BE49-F238E27FC236}">
                <a16:creationId xmlns:a16="http://schemas.microsoft.com/office/drawing/2014/main" id="{2BF56ED6-4B74-E6B9-DCBA-52C3132A5404}"/>
              </a:ext>
            </a:extLst>
          </p:cNvPr>
          <p:cNvPicPr>
            <a:picLocks noChangeAspect="1"/>
          </p:cNvPicPr>
          <p:nvPr/>
        </p:nvPicPr>
        <p:blipFill rotWithShape="1">
          <a:blip r:embed="rId4"/>
          <a:srcRect t="16364" r="2" b="767"/>
          <a:stretch/>
        </p:blipFill>
        <p:spPr>
          <a:xfrm>
            <a:off x="10174940" y="20055"/>
            <a:ext cx="2017059" cy="867938"/>
          </a:xfrm>
          <a:prstGeom prst="rect">
            <a:avLst/>
          </a:prstGeom>
        </p:spPr>
      </p:pic>
      <p:sp>
        <p:nvSpPr>
          <p:cNvPr id="5" name="Slide Number Placeholder 4">
            <a:extLst>
              <a:ext uri="{FF2B5EF4-FFF2-40B4-BE49-F238E27FC236}">
                <a16:creationId xmlns:a16="http://schemas.microsoft.com/office/drawing/2014/main" id="{85B7FB7B-9F0B-72B7-FE6F-F4A4C426694B}"/>
              </a:ext>
            </a:extLst>
          </p:cNvPr>
          <p:cNvSpPr>
            <a:spLocks noGrp="1"/>
          </p:cNvSpPr>
          <p:nvPr>
            <p:ph type="sldNum" sz="quarter" idx="12"/>
          </p:nvPr>
        </p:nvSpPr>
        <p:spPr/>
        <p:txBody>
          <a:bodyPr/>
          <a:lstStyle/>
          <a:p>
            <a:fld id="{F43B3212-AB51-4C32-B91B-7DEDCE5605D3}" type="slidenum">
              <a:rPr lang="en-US" smtClean="0"/>
              <a:t>20</a:t>
            </a:fld>
            <a:endParaRPr lang="en-US"/>
          </a:p>
        </p:txBody>
      </p:sp>
    </p:spTree>
    <p:extLst>
      <p:ext uri="{BB962C8B-B14F-4D97-AF65-F5344CB8AC3E}">
        <p14:creationId xmlns:p14="http://schemas.microsoft.com/office/powerpoint/2010/main" val="167114749"/>
      </p:ext>
    </p:extLst>
  </p:cSld>
  <p:clrMapOvr>
    <a:masterClrMapping/>
  </p:clrMapOvr>
  <mc:AlternateContent xmlns:mc="http://schemas.openxmlformats.org/markup-compatibility/2006" xmlns:p14="http://schemas.microsoft.com/office/powerpoint/2010/main">
    <mc:Choice Requires="p14">
      <p:transition spd="slow" p14:dur="2000" advTm="32943"/>
    </mc:Choice>
    <mc:Fallback xmlns="">
      <p:transition spd="slow" advTm="32943"/>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A159C-8579-26FF-EBF9-73484BABD366}"/>
              </a:ext>
            </a:extLst>
          </p:cNvPr>
          <p:cNvSpPr>
            <a:spLocks noGrp="1"/>
          </p:cNvSpPr>
          <p:nvPr>
            <p:ph type="title"/>
          </p:nvPr>
        </p:nvSpPr>
        <p:spPr>
          <a:xfrm>
            <a:off x="696998" y="609600"/>
            <a:ext cx="8596668" cy="658761"/>
          </a:xfrm>
        </p:spPr>
        <p:txBody>
          <a:bodyPr>
            <a:normAutofit fontScale="90000"/>
          </a:bodyPr>
          <a:lstStyle/>
          <a:p>
            <a:r>
              <a:rPr lang="en-US" sz="2400" dirty="0">
                <a:solidFill>
                  <a:srgbClr val="1F2328"/>
                </a:solidFill>
                <a:latin typeface="-apple-system"/>
              </a:rPr>
              <a:t>3] Performance Comparison for All Cores</a:t>
            </a:r>
            <a:br>
              <a:rPr lang="en-US" sz="2400" i="0" dirty="0">
                <a:solidFill>
                  <a:srgbClr val="1F2328"/>
                </a:solidFill>
                <a:effectLst/>
                <a:latin typeface="-apple-system"/>
              </a:rPr>
            </a:br>
            <a:endParaRPr lang="en-IN" sz="2400" dirty="0"/>
          </a:p>
        </p:txBody>
      </p:sp>
      <p:pic>
        <p:nvPicPr>
          <p:cNvPr id="6" name="Content Placeholder 5">
            <a:extLst>
              <a:ext uri="{FF2B5EF4-FFF2-40B4-BE49-F238E27FC236}">
                <a16:creationId xmlns:a16="http://schemas.microsoft.com/office/drawing/2014/main" id="{B7AB900A-6FE1-F0CD-66FE-38577AF243C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9473" y="1563846"/>
            <a:ext cx="9261515" cy="3730307"/>
          </a:xfrm>
        </p:spPr>
      </p:pic>
      <p:sp>
        <p:nvSpPr>
          <p:cNvPr id="4" name="Footer Placeholder 3">
            <a:extLst>
              <a:ext uri="{FF2B5EF4-FFF2-40B4-BE49-F238E27FC236}">
                <a16:creationId xmlns:a16="http://schemas.microsoft.com/office/drawing/2014/main" id="{1EA65830-B450-0496-6C33-E66CA68127FC}"/>
              </a:ext>
            </a:extLst>
          </p:cNvPr>
          <p:cNvSpPr>
            <a:spLocks noGrp="1"/>
          </p:cNvSpPr>
          <p:nvPr>
            <p:ph type="ftr" sz="quarter" idx="11"/>
          </p:nvPr>
        </p:nvSpPr>
        <p:spPr/>
        <p:txBody>
          <a:bodyPr/>
          <a:lstStyle/>
          <a:p>
            <a:r>
              <a:rPr lang="en-US" dirty="0"/>
              <a:t>Frankfurt University Of Applied Sciences, 2024-25</a:t>
            </a:r>
          </a:p>
        </p:txBody>
      </p:sp>
      <p:pic>
        <p:nvPicPr>
          <p:cNvPr id="3" name="Picture 2">
            <a:extLst>
              <a:ext uri="{FF2B5EF4-FFF2-40B4-BE49-F238E27FC236}">
                <a16:creationId xmlns:a16="http://schemas.microsoft.com/office/drawing/2014/main" id="{D8F7A5B1-C4BE-B447-8B4C-69430CF10976}"/>
              </a:ext>
            </a:extLst>
          </p:cNvPr>
          <p:cNvPicPr>
            <a:picLocks noChangeAspect="1"/>
          </p:cNvPicPr>
          <p:nvPr/>
        </p:nvPicPr>
        <p:blipFill rotWithShape="1">
          <a:blip r:embed="rId4"/>
          <a:srcRect t="16364" r="2" b="767"/>
          <a:stretch/>
        </p:blipFill>
        <p:spPr>
          <a:xfrm>
            <a:off x="10174940" y="20055"/>
            <a:ext cx="2017059" cy="867938"/>
          </a:xfrm>
          <a:prstGeom prst="rect">
            <a:avLst/>
          </a:prstGeom>
        </p:spPr>
      </p:pic>
      <p:sp>
        <p:nvSpPr>
          <p:cNvPr id="5" name="Slide Number Placeholder 4">
            <a:extLst>
              <a:ext uri="{FF2B5EF4-FFF2-40B4-BE49-F238E27FC236}">
                <a16:creationId xmlns:a16="http://schemas.microsoft.com/office/drawing/2014/main" id="{926D846A-18C2-79FF-227F-D1B61010635F}"/>
              </a:ext>
            </a:extLst>
          </p:cNvPr>
          <p:cNvSpPr>
            <a:spLocks noGrp="1"/>
          </p:cNvSpPr>
          <p:nvPr>
            <p:ph type="sldNum" sz="quarter" idx="12"/>
          </p:nvPr>
        </p:nvSpPr>
        <p:spPr/>
        <p:txBody>
          <a:bodyPr/>
          <a:lstStyle/>
          <a:p>
            <a:fld id="{F43B3212-AB51-4C32-B91B-7DEDCE5605D3}" type="slidenum">
              <a:rPr lang="en-US" smtClean="0"/>
              <a:t>21</a:t>
            </a:fld>
            <a:endParaRPr lang="en-US"/>
          </a:p>
        </p:txBody>
      </p:sp>
    </p:spTree>
    <p:extLst>
      <p:ext uri="{BB962C8B-B14F-4D97-AF65-F5344CB8AC3E}">
        <p14:creationId xmlns:p14="http://schemas.microsoft.com/office/powerpoint/2010/main" val="2872461086"/>
      </p:ext>
    </p:extLst>
  </p:cSld>
  <p:clrMapOvr>
    <a:masterClrMapping/>
  </p:clrMapOvr>
  <mc:AlternateContent xmlns:mc="http://schemas.openxmlformats.org/markup-compatibility/2006" xmlns:p14="http://schemas.microsoft.com/office/powerpoint/2010/main">
    <mc:Choice Requires="p14">
      <p:transition spd="slow" p14:dur="2000" advTm="34934"/>
    </mc:Choice>
    <mc:Fallback xmlns="">
      <p:transition spd="slow" advTm="34934"/>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4976C-1068-E363-DCF7-9BA03AF72FBF}"/>
              </a:ext>
            </a:extLst>
          </p:cNvPr>
          <p:cNvSpPr>
            <a:spLocks noGrp="1"/>
          </p:cNvSpPr>
          <p:nvPr>
            <p:ph type="title"/>
          </p:nvPr>
        </p:nvSpPr>
        <p:spPr>
          <a:xfrm>
            <a:off x="562695" y="297179"/>
            <a:ext cx="8596668" cy="624841"/>
          </a:xfrm>
        </p:spPr>
        <p:txBody>
          <a:bodyPr>
            <a:noAutofit/>
          </a:bodyPr>
          <a:lstStyle/>
          <a:p>
            <a:r>
              <a:rPr lang="en-US" sz="2000" dirty="0"/>
              <a:t>Comparing both Initialization Times and Computation Times across different test cases</a:t>
            </a:r>
          </a:p>
        </p:txBody>
      </p:sp>
      <p:sp>
        <p:nvSpPr>
          <p:cNvPr id="3" name="Content Placeholder 2">
            <a:extLst>
              <a:ext uri="{FF2B5EF4-FFF2-40B4-BE49-F238E27FC236}">
                <a16:creationId xmlns:a16="http://schemas.microsoft.com/office/drawing/2014/main" id="{8C0F512A-B9F7-2A6E-AC94-602DB3C6E813}"/>
              </a:ext>
            </a:extLst>
          </p:cNvPr>
          <p:cNvSpPr>
            <a:spLocks noGrp="1"/>
          </p:cNvSpPr>
          <p:nvPr>
            <p:ph idx="1"/>
          </p:nvPr>
        </p:nvSpPr>
        <p:spPr>
          <a:xfrm>
            <a:off x="677334" y="1005840"/>
            <a:ext cx="9189042" cy="5035523"/>
          </a:xfrm>
        </p:spPr>
        <p:txBody>
          <a:bodyPr/>
          <a:lstStyle/>
          <a:p>
            <a:pPr marL="0" indent="0">
              <a:buNone/>
            </a:pPr>
            <a:r>
              <a:rPr lang="en-US" b="0" dirty="0">
                <a:solidFill>
                  <a:srgbClr val="292929"/>
                </a:solidFill>
                <a:effectLst/>
                <a:latin typeface="Consolas" panose="020B0609020204030204" pitchFamily="49" charset="0"/>
              </a:rPr>
              <a:t>Chart compares the </a:t>
            </a:r>
            <a:r>
              <a:rPr lang="en-US" b="1" dirty="0">
                <a:solidFill>
                  <a:srgbClr val="292929"/>
                </a:solidFill>
                <a:effectLst/>
                <a:latin typeface="Consolas" panose="020B0609020204030204" pitchFamily="49" charset="0"/>
              </a:rPr>
              <a:t>initialization</a:t>
            </a:r>
            <a:r>
              <a:rPr lang="en-US" b="0" dirty="0">
                <a:solidFill>
                  <a:srgbClr val="292929"/>
                </a:solidFill>
                <a:effectLst/>
                <a:latin typeface="Consolas" panose="020B0609020204030204" pitchFamily="49" charset="0"/>
              </a:rPr>
              <a:t> performance between standard and parallel methods for each test cases.</a:t>
            </a:r>
          </a:p>
          <a:p>
            <a:pPr marL="0" indent="0">
              <a:buNone/>
            </a:pPr>
            <a:endParaRPr lang="en-US" b="0" dirty="0">
              <a:solidFill>
                <a:srgbClr val="292929"/>
              </a:solidFill>
              <a:effectLst/>
              <a:latin typeface="Consolas" panose="020B0609020204030204" pitchFamily="49" charset="0"/>
            </a:endParaRPr>
          </a:p>
          <a:p>
            <a:pPr marL="0" indent="0">
              <a:buNone/>
            </a:pPr>
            <a:endParaRPr lang="en-US" b="0" dirty="0">
              <a:solidFill>
                <a:srgbClr val="292929"/>
              </a:solidFill>
              <a:effectLst/>
              <a:latin typeface="Consolas" panose="020B0609020204030204" pitchFamily="49" charset="0"/>
            </a:endParaRPr>
          </a:p>
          <a:p>
            <a:pPr marL="0" indent="0">
              <a:buNone/>
            </a:pPr>
            <a:endParaRPr lang="en-US" b="0" dirty="0">
              <a:solidFill>
                <a:srgbClr val="292929"/>
              </a:solidFill>
              <a:effectLst/>
              <a:latin typeface="Consolas" panose="020B0609020204030204" pitchFamily="49" charset="0"/>
            </a:endParaRPr>
          </a:p>
          <a:p>
            <a:endParaRPr lang="en-US" dirty="0"/>
          </a:p>
        </p:txBody>
      </p:sp>
      <p:sp>
        <p:nvSpPr>
          <p:cNvPr id="4" name="Footer Placeholder 3">
            <a:extLst>
              <a:ext uri="{FF2B5EF4-FFF2-40B4-BE49-F238E27FC236}">
                <a16:creationId xmlns:a16="http://schemas.microsoft.com/office/drawing/2014/main" id="{43E78BFE-ADEE-3591-3DA8-F9A30B3EB385}"/>
              </a:ext>
            </a:extLst>
          </p:cNvPr>
          <p:cNvSpPr>
            <a:spLocks noGrp="1"/>
          </p:cNvSpPr>
          <p:nvPr>
            <p:ph type="ftr" sz="quarter" idx="11"/>
          </p:nvPr>
        </p:nvSpPr>
        <p:spPr>
          <a:xfrm>
            <a:off x="562695" y="6492875"/>
            <a:ext cx="6297612" cy="365125"/>
          </a:xfrm>
        </p:spPr>
        <p:txBody>
          <a:bodyPr/>
          <a:lstStyle/>
          <a:p>
            <a:r>
              <a:rPr lang="en-US" dirty="0"/>
              <a:t>Frankfurt University Of Applied Sciences, 2024-25</a:t>
            </a:r>
          </a:p>
        </p:txBody>
      </p:sp>
      <p:pic>
        <p:nvPicPr>
          <p:cNvPr id="6" name="Picture 5">
            <a:extLst>
              <a:ext uri="{FF2B5EF4-FFF2-40B4-BE49-F238E27FC236}">
                <a16:creationId xmlns:a16="http://schemas.microsoft.com/office/drawing/2014/main" id="{4150AA0A-E333-3F1D-64FF-800A080052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3417" y="1572768"/>
            <a:ext cx="8825946" cy="4988053"/>
          </a:xfrm>
          <a:prstGeom prst="rect">
            <a:avLst/>
          </a:prstGeom>
        </p:spPr>
      </p:pic>
      <p:pic>
        <p:nvPicPr>
          <p:cNvPr id="7" name="Picture 6">
            <a:extLst>
              <a:ext uri="{FF2B5EF4-FFF2-40B4-BE49-F238E27FC236}">
                <a16:creationId xmlns:a16="http://schemas.microsoft.com/office/drawing/2014/main" id="{440222EC-E9B0-505C-075E-DE1A4692B61F}"/>
              </a:ext>
            </a:extLst>
          </p:cNvPr>
          <p:cNvPicPr>
            <a:picLocks noChangeAspect="1"/>
          </p:cNvPicPr>
          <p:nvPr/>
        </p:nvPicPr>
        <p:blipFill rotWithShape="1">
          <a:blip r:embed="rId4"/>
          <a:srcRect t="16364" r="2" b="767"/>
          <a:stretch/>
        </p:blipFill>
        <p:spPr>
          <a:xfrm>
            <a:off x="10174940" y="20055"/>
            <a:ext cx="2017059" cy="867938"/>
          </a:xfrm>
          <a:prstGeom prst="rect">
            <a:avLst/>
          </a:prstGeom>
        </p:spPr>
      </p:pic>
      <p:sp>
        <p:nvSpPr>
          <p:cNvPr id="9" name="Slide Number Placeholder 8">
            <a:extLst>
              <a:ext uri="{FF2B5EF4-FFF2-40B4-BE49-F238E27FC236}">
                <a16:creationId xmlns:a16="http://schemas.microsoft.com/office/drawing/2014/main" id="{4C44CD74-E8E5-2AF3-D63E-6DA84CFAC4C3}"/>
              </a:ext>
            </a:extLst>
          </p:cNvPr>
          <p:cNvSpPr>
            <a:spLocks noGrp="1"/>
          </p:cNvSpPr>
          <p:nvPr>
            <p:ph type="sldNum" sz="quarter" idx="12"/>
          </p:nvPr>
        </p:nvSpPr>
        <p:spPr/>
        <p:txBody>
          <a:bodyPr/>
          <a:lstStyle/>
          <a:p>
            <a:fld id="{F43B3212-AB51-4C32-B91B-7DEDCE5605D3}" type="slidenum">
              <a:rPr lang="en-US" smtClean="0"/>
              <a:t>22</a:t>
            </a:fld>
            <a:endParaRPr lang="en-US"/>
          </a:p>
        </p:txBody>
      </p:sp>
    </p:spTree>
    <p:extLst>
      <p:ext uri="{BB962C8B-B14F-4D97-AF65-F5344CB8AC3E}">
        <p14:creationId xmlns:p14="http://schemas.microsoft.com/office/powerpoint/2010/main" val="313243165"/>
      </p:ext>
    </p:extLst>
  </p:cSld>
  <p:clrMapOvr>
    <a:masterClrMapping/>
  </p:clrMapOvr>
  <mc:AlternateContent xmlns:mc="http://schemas.openxmlformats.org/markup-compatibility/2006" xmlns:p14="http://schemas.microsoft.com/office/powerpoint/2010/main">
    <mc:Choice Requires="p14">
      <p:transition spd="slow" p14:dur="2000" advTm="49625"/>
    </mc:Choice>
    <mc:Fallback xmlns="">
      <p:transition spd="slow" advTm="49625"/>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DD484-EEC6-D27C-51C1-24BC9F31937C}"/>
              </a:ext>
            </a:extLst>
          </p:cNvPr>
          <p:cNvSpPr>
            <a:spLocks noGrp="1"/>
          </p:cNvSpPr>
          <p:nvPr>
            <p:ph type="title"/>
          </p:nvPr>
        </p:nvSpPr>
        <p:spPr/>
        <p:txBody>
          <a:bodyPr>
            <a:noAutofit/>
          </a:bodyPr>
          <a:lstStyle/>
          <a:p>
            <a:r>
              <a:rPr lang="en-US" sz="1800" b="0" dirty="0">
                <a:solidFill>
                  <a:srgbClr val="292929"/>
                </a:solidFill>
                <a:effectLst/>
                <a:latin typeface="Consolas" panose="020B0609020204030204" pitchFamily="49" charset="0"/>
              </a:rPr>
              <a:t>Chart compares the </a:t>
            </a:r>
            <a:r>
              <a:rPr lang="en-US" sz="1800" b="1" dirty="0">
                <a:solidFill>
                  <a:srgbClr val="292929"/>
                </a:solidFill>
                <a:effectLst/>
                <a:latin typeface="Consolas" panose="020B0609020204030204" pitchFamily="49" charset="0"/>
              </a:rPr>
              <a:t>computation</a:t>
            </a:r>
            <a:r>
              <a:rPr lang="en-US" sz="1800" dirty="0">
                <a:solidFill>
                  <a:srgbClr val="292929"/>
                </a:solidFill>
                <a:latin typeface="Consolas" panose="020B0609020204030204" pitchFamily="49" charset="0"/>
              </a:rPr>
              <a:t> </a:t>
            </a:r>
            <a:r>
              <a:rPr lang="en-US" sz="1800" b="0" dirty="0">
                <a:solidFill>
                  <a:srgbClr val="292929"/>
                </a:solidFill>
                <a:effectLst/>
                <a:latin typeface="Consolas" panose="020B0609020204030204" pitchFamily="49" charset="0"/>
              </a:rPr>
              <a:t>performance between standard and parallel methods for each test cases.</a:t>
            </a:r>
          </a:p>
        </p:txBody>
      </p:sp>
      <p:pic>
        <p:nvPicPr>
          <p:cNvPr id="6" name="Content Placeholder 5">
            <a:extLst>
              <a:ext uri="{FF2B5EF4-FFF2-40B4-BE49-F238E27FC236}">
                <a16:creationId xmlns:a16="http://schemas.microsoft.com/office/drawing/2014/main" id="{D10C1F12-598A-288A-DD43-721D4F7A564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6888" y="1270000"/>
            <a:ext cx="9427464" cy="4682744"/>
          </a:xfrm>
        </p:spPr>
      </p:pic>
      <p:sp>
        <p:nvSpPr>
          <p:cNvPr id="4" name="Footer Placeholder 3">
            <a:extLst>
              <a:ext uri="{FF2B5EF4-FFF2-40B4-BE49-F238E27FC236}">
                <a16:creationId xmlns:a16="http://schemas.microsoft.com/office/drawing/2014/main" id="{6663D2FF-386F-0C02-CAA9-54A8CD37A226}"/>
              </a:ext>
            </a:extLst>
          </p:cNvPr>
          <p:cNvSpPr>
            <a:spLocks noGrp="1"/>
          </p:cNvSpPr>
          <p:nvPr>
            <p:ph type="ftr" sz="quarter" idx="11"/>
          </p:nvPr>
        </p:nvSpPr>
        <p:spPr/>
        <p:txBody>
          <a:bodyPr/>
          <a:lstStyle/>
          <a:p>
            <a:r>
              <a:rPr lang="en-US" dirty="0"/>
              <a:t>Frankfurt University Of Applied Sciences, 2024-25</a:t>
            </a:r>
          </a:p>
        </p:txBody>
      </p:sp>
      <p:pic>
        <p:nvPicPr>
          <p:cNvPr id="7" name="Picture 6">
            <a:extLst>
              <a:ext uri="{FF2B5EF4-FFF2-40B4-BE49-F238E27FC236}">
                <a16:creationId xmlns:a16="http://schemas.microsoft.com/office/drawing/2014/main" id="{220B2668-7D0B-7F60-1FD2-81BC5D8A87DF}"/>
              </a:ext>
            </a:extLst>
          </p:cNvPr>
          <p:cNvPicPr>
            <a:picLocks noChangeAspect="1"/>
          </p:cNvPicPr>
          <p:nvPr/>
        </p:nvPicPr>
        <p:blipFill rotWithShape="1">
          <a:blip r:embed="rId4"/>
          <a:srcRect t="16364" r="2" b="767"/>
          <a:stretch/>
        </p:blipFill>
        <p:spPr>
          <a:xfrm>
            <a:off x="10174940" y="20055"/>
            <a:ext cx="2017059" cy="867938"/>
          </a:xfrm>
          <a:prstGeom prst="rect">
            <a:avLst/>
          </a:prstGeom>
        </p:spPr>
      </p:pic>
      <p:sp>
        <p:nvSpPr>
          <p:cNvPr id="8" name="Slide Number Placeholder 7">
            <a:extLst>
              <a:ext uri="{FF2B5EF4-FFF2-40B4-BE49-F238E27FC236}">
                <a16:creationId xmlns:a16="http://schemas.microsoft.com/office/drawing/2014/main" id="{84F44C9D-D581-C975-0DFC-61ABADCB3DBB}"/>
              </a:ext>
            </a:extLst>
          </p:cNvPr>
          <p:cNvSpPr>
            <a:spLocks noGrp="1"/>
          </p:cNvSpPr>
          <p:nvPr>
            <p:ph type="sldNum" sz="quarter" idx="12"/>
          </p:nvPr>
        </p:nvSpPr>
        <p:spPr/>
        <p:txBody>
          <a:bodyPr/>
          <a:lstStyle/>
          <a:p>
            <a:fld id="{F43B3212-AB51-4C32-B91B-7DEDCE5605D3}" type="slidenum">
              <a:rPr lang="en-US" smtClean="0"/>
              <a:t>23</a:t>
            </a:fld>
            <a:endParaRPr lang="en-US"/>
          </a:p>
        </p:txBody>
      </p:sp>
    </p:spTree>
    <p:extLst>
      <p:ext uri="{BB962C8B-B14F-4D97-AF65-F5344CB8AC3E}">
        <p14:creationId xmlns:p14="http://schemas.microsoft.com/office/powerpoint/2010/main" val="4266426733"/>
      </p:ext>
    </p:extLst>
  </p:cSld>
  <p:clrMapOvr>
    <a:masterClrMapping/>
  </p:clrMapOvr>
  <mc:AlternateContent xmlns:mc="http://schemas.openxmlformats.org/markup-compatibility/2006" xmlns:p14="http://schemas.microsoft.com/office/powerpoint/2010/main">
    <mc:Choice Requires="p14">
      <p:transition spd="slow" p14:dur="2000" advTm="40376"/>
    </mc:Choice>
    <mc:Fallback xmlns="">
      <p:transition spd="slow" advTm="40376"/>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1F6B4-5B12-C1C3-180B-30EE1246B2B9}"/>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607DFD24-0C79-23D7-F7D1-69F177BA8721}"/>
              </a:ext>
            </a:extLst>
          </p:cNvPr>
          <p:cNvSpPr>
            <a:spLocks noGrp="1"/>
          </p:cNvSpPr>
          <p:nvPr>
            <p:ph idx="1"/>
          </p:nvPr>
        </p:nvSpPr>
        <p:spPr>
          <a:xfrm>
            <a:off x="677334" y="1612491"/>
            <a:ext cx="8596668" cy="4428872"/>
          </a:xfrm>
        </p:spPr>
        <p:txBody>
          <a:bodyPr>
            <a:normAutofit/>
          </a:bodyPr>
          <a:lstStyle/>
          <a:p>
            <a:r>
              <a:rPr lang="en-US" dirty="0">
                <a:latin typeface="Times New Roman" panose="02020603050405020304" pitchFamily="18" charset="0"/>
                <a:cs typeface="Times New Roman" panose="02020603050405020304" pitchFamily="18" charset="0"/>
              </a:rPr>
              <a:t>This project successfully optimized the </a:t>
            </a:r>
            <a:r>
              <a:rPr lang="en-US" b="1" dirty="0">
                <a:latin typeface="Times New Roman" panose="02020603050405020304" pitchFamily="18" charset="0"/>
                <a:cs typeface="Times New Roman" panose="02020603050405020304" pitchFamily="18" charset="0"/>
              </a:rPr>
              <a:t>Temporal Memory (TM) algorithm</a:t>
            </a:r>
            <a:r>
              <a:rPr lang="en-US" dirty="0">
                <a:latin typeface="Times New Roman" panose="02020603050405020304" pitchFamily="18" charset="0"/>
                <a:cs typeface="Times New Roman" panose="02020603050405020304" pitchFamily="18" charset="0"/>
              </a:rPr>
              <a:t> by implementing multithreading, significantly improving performance and scalability. </a:t>
            </a:r>
          </a:p>
          <a:p>
            <a:r>
              <a:rPr lang="en-US" dirty="0">
                <a:latin typeface="Times New Roman" panose="02020603050405020304" pitchFamily="18" charset="0"/>
                <a:cs typeface="Times New Roman" panose="02020603050405020304" pitchFamily="18" charset="0"/>
              </a:rPr>
              <a:t>By leveraging </a:t>
            </a:r>
            <a:r>
              <a:rPr lang="en-US" b="1" dirty="0">
                <a:latin typeface="Times New Roman" panose="02020603050405020304" pitchFamily="18" charset="0"/>
                <a:cs typeface="Times New Roman" panose="02020603050405020304" pitchFamily="18" charset="0"/>
              </a:rPr>
              <a:t>Parallel.For, </a:t>
            </a:r>
            <a:r>
              <a:rPr lang="en-US" b="1" dirty="0" err="1">
                <a:latin typeface="Times New Roman" panose="02020603050405020304" pitchFamily="18" charset="0"/>
                <a:cs typeface="Times New Roman" panose="02020603050405020304" pitchFamily="18" charset="0"/>
              </a:rPr>
              <a:t>ConcurrentDictionary</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and partitioned execution, we achieved reduced execution time, improved CPU utilization, and enhanced system efficiency.</a:t>
            </a:r>
          </a:p>
          <a:p>
            <a:r>
              <a:rPr lang="en-US" dirty="0">
                <a:latin typeface="Times New Roman" panose="02020603050405020304" pitchFamily="18" charset="0"/>
                <a:cs typeface="Times New Roman" panose="02020603050405020304" pitchFamily="18" charset="0"/>
              </a:rPr>
              <a:t>Among the tested methods, </a:t>
            </a:r>
            <a:r>
              <a:rPr lang="en-US" b="1" dirty="0" err="1">
                <a:latin typeface="Times New Roman" panose="02020603050405020304" pitchFamily="18" charset="0"/>
                <a:cs typeface="Times New Roman" panose="02020603050405020304" pitchFamily="18" charset="0"/>
              </a:rPr>
              <a:t>InitParallelWithConcurrentDictionary</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proved the most efficient, delivering the best balance of speed and stability. </a:t>
            </a:r>
          </a:p>
          <a:p>
            <a:r>
              <a:rPr lang="en-US" dirty="0">
                <a:latin typeface="Times New Roman" panose="02020603050405020304" pitchFamily="18" charset="0"/>
                <a:cs typeface="Times New Roman" panose="02020603050405020304" pitchFamily="18" charset="0"/>
              </a:rPr>
              <a:t>These optimizations lay the foundation for future advancements, including </a:t>
            </a:r>
            <a:r>
              <a:rPr lang="en-US" b="1" dirty="0">
                <a:latin typeface="Times New Roman" panose="02020603050405020304" pitchFamily="18" charset="0"/>
                <a:cs typeface="Times New Roman" panose="02020603050405020304" pitchFamily="18" charset="0"/>
              </a:rPr>
              <a:t>GPU acceleration and hybrid parallelization,</a:t>
            </a:r>
            <a:r>
              <a:rPr lang="en-US" dirty="0">
                <a:latin typeface="Times New Roman" panose="02020603050405020304" pitchFamily="18" charset="0"/>
                <a:cs typeface="Times New Roman" panose="02020603050405020304" pitchFamily="18" charset="0"/>
              </a:rPr>
              <a:t> to further enhance real-time processing capabilities.</a:t>
            </a:r>
          </a:p>
          <a:p>
            <a:r>
              <a:rPr lang="en-US" dirty="0">
                <a:latin typeface="Times New Roman" panose="02020603050405020304" pitchFamily="18" charset="0"/>
                <a:cs typeface="Times New Roman" panose="02020603050405020304" pitchFamily="18" charset="0"/>
              </a:rPr>
              <a:t>The output has been demonstrated appropriately showcasing relevant parameters</a:t>
            </a:r>
          </a:p>
          <a:p>
            <a:endParaRPr lang="en-US" dirty="0"/>
          </a:p>
          <a:p>
            <a:endParaRPr lang="en-US" dirty="0"/>
          </a:p>
          <a:p>
            <a:pPr marL="0" indent="0">
              <a:buNone/>
            </a:pPr>
            <a:endParaRPr lang="en-US" dirty="0"/>
          </a:p>
        </p:txBody>
      </p:sp>
      <p:sp>
        <p:nvSpPr>
          <p:cNvPr id="4" name="Footer Placeholder 3">
            <a:extLst>
              <a:ext uri="{FF2B5EF4-FFF2-40B4-BE49-F238E27FC236}">
                <a16:creationId xmlns:a16="http://schemas.microsoft.com/office/drawing/2014/main" id="{7D2D26B5-6235-D32D-B5F8-35AF5E591974}"/>
              </a:ext>
            </a:extLst>
          </p:cNvPr>
          <p:cNvSpPr>
            <a:spLocks noGrp="1"/>
          </p:cNvSpPr>
          <p:nvPr>
            <p:ph type="ftr" sz="quarter" idx="11"/>
          </p:nvPr>
        </p:nvSpPr>
        <p:spPr>
          <a:xfrm>
            <a:off x="677334" y="6321475"/>
            <a:ext cx="6297612" cy="365125"/>
          </a:xfrm>
        </p:spPr>
        <p:txBody>
          <a:bodyPr/>
          <a:lstStyle/>
          <a:p>
            <a:r>
              <a:rPr lang="en-US" dirty="0"/>
              <a:t>Frankfurt University Of Applied Sciences, 2024-25</a:t>
            </a:r>
          </a:p>
        </p:txBody>
      </p:sp>
      <p:pic>
        <p:nvPicPr>
          <p:cNvPr id="5" name="Picture 4">
            <a:extLst>
              <a:ext uri="{FF2B5EF4-FFF2-40B4-BE49-F238E27FC236}">
                <a16:creationId xmlns:a16="http://schemas.microsoft.com/office/drawing/2014/main" id="{502B0EF9-CD59-44A5-25E0-864B55A67395}"/>
              </a:ext>
            </a:extLst>
          </p:cNvPr>
          <p:cNvPicPr>
            <a:picLocks noChangeAspect="1"/>
          </p:cNvPicPr>
          <p:nvPr/>
        </p:nvPicPr>
        <p:blipFill rotWithShape="1">
          <a:blip r:embed="rId3"/>
          <a:srcRect t="16364" r="2" b="767"/>
          <a:stretch/>
        </p:blipFill>
        <p:spPr>
          <a:xfrm>
            <a:off x="10174940" y="20055"/>
            <a:ext cx="2017059" cy="867938"/>
          </a:xfrm>
          <a:prstGeom prst="rect">
            <a:avLst/>
          </a:prstGeom>
        </p:spPr>
      </p:pic>
      <p:sp>
        <p:nvSpPr>
          <p:cNvPr id="6" name="Slide Number Placeholder 5">
            <a:extLst>
              <a:ext uri="{FF2B5EF4-FFF2-40B4-BE49-F238E27FC236}">
                <a16:creationId xmlns:a16="http://schemas.microsoft.com/office/drawing/2014/main" id="{40932254-715A-D88E-6BC1-C78A9C336D6F}"/>
              </a:ext>
            </a:extLst>
          </p:cNvPr>
          <p:cNvSpPr>
            <a:spLocks noGrp="1"/>
          </p:cNvSpPr>
          <p:nvPr>
            <p:ph type="sldNum" sz="quarter" idx="12"/>
          </p:nvPr>
        </p:nvSpPr>
        <p:spPr/>
        <p:txBody>
          <a:bodyPr/>
          <a:lstStyle/>
          <a:p>
            <a:fld id="{F43B3212-AB51-4C32-B91B-7DEDCE5605D3}" type="slidenum">
              <a:rPr lang="en-US" smtClean="0"/>
              <a:t>24</a:t>
            </a:fld>
            <a:endParaRPr lang="en-US"/>
          </a:p>
        </p:txBody>
      </p:sp>
    </p:spTree>
    <p:extLst>
      <p:ext uri="{BB962C8B-B14F-4D97-AF65-F5344CB8AC3E}">
        <p14:creationId xmlns:p14="http://schemas.microsoft.com/office/powerpoint/2010/main" val="3675610542"/>
      </p:ext>
    </p:extLst>
  </p:cSld>
  <p:clrMapOvr>
    <a:masterClrMapping/>
  </p:clrMapOvr>
  <mc:AlternateContent xmlns:mc="http://schemas.openxmlformats.org/markup-compatibility/2006" xmlns:p14="http://schemas.microsoft.com/office/powerpoint/2010/main">
    <mc:Choice Requires="p14">
      <p:transition spd="slow" p14:dur="2000" advTm="63341"/>
    </mc:Choice>
    <mc:Fallback xmlns="">
      <p:transition spd="slow" advTm="63341"/>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16D58FF-B392-430B-8640-9661EC2188E9}"/>
              </a:ext>
            </a:extLst>
          </p:cNvPr>
          <p:cNvSpPr>
            <a:spLocks noGrp="1"/>
          </p:cNvSpPr>
          <p:nvPr>
            <p:ph type="ftr" sz="quarter" idx="11"/>
          </p:nvPr>
        </p:nvSpPr>
        <p:spPr/>
        <p:txBody>
          <a:bodyPr/>
          <a:lstStyle/>
          <a:p>
            <a:r>
              <a:rPr lang="en-US"/>
              <a:t>Frankfurt University Of Applied Sciences, 2024-25</a:t>
            </a:r>
          </a:p>
        </p:txBody>
      </p:sp>
      <p:sp>
        <p:nvSpPr>
          <p:cNvPr id="3" name="TextBox 2">
            <a:extLst>
              <a:ext uri="{FF2B5EF4-FFF2-40B4-BE49-F238E27FC236}">
                <a16:creationId xmlns:a16="http://schemas.microsoft.com/office/drawing/2014/main" id="{95C29ABC-6FAF-4CBB-922F-2F910544B3CA}"/>
              </a:ext>
            </a:extLst>
          </p:cNvPr>
          <p:cNvSpPr txBox="1"/>
          <p:nvPr/>
        </p:nvSpPr>
        <p:spPr>
          <a:xfrm>
            <a:off x="591670" y="1982450"/>
            <a:ext cx="6974542" cy="1446550"/>
          </a:xfrm>
          <a:prstGeom prst="rect">
            <a:avLst/>
          </a:prstGeom>
          <a:noFill/>
        </p:spPr>
        <p:txBody>
          <a:bodyPr wrap="square" rtlCol="0">
            <a:spAutoFit/>
          </a:bodyPr>
          <a:lstStyle/>
          <a:p>
            <a:endParaRPr lang="en-US" sz="8800" dirty="0"/>
          </a:p>
        </p:txBody>
      </p:sp>
      <p:pic>
        <p:nvPicPr>
          <p:cNvPr id="4" name="Content Placeholder 6">
            <a:extLst>
              <a:ext uri="{FF2B5EF4-FFF2-40B4-BE49-F238E27FC236}">
                <a16:creationId xmlns:a16="http://schemas.microsoft.com/office/drawing/2014/main" id="{8A06D437-2D05-21A0-4339-9CD315456A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82296" y="-64007"/>
            <a:ext cx="12380975" cy="6922008"/>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06DE6725-14C6-1781-F8A3-9900B75433F4}"/>
              </a:ext>
            </a:extLst>
          </p:cNvPr>
          <p:cNvSpPr>
            <a:spLocks noGrp="1"/>
          </p:cNvSpPr>
          <p:nvPr>
            <p:ph type="sldNum" sz="quarter" idx="12"/>
          </p:nvPr>
        </p:nvSpPr>
        <p:spPr/>
        <p:txBody>
          <a:bodyPr/>
          <a:lstStyle/>
          <a:p>
            <a:fld id="{F43B3212-AB51-4C32-B91B-7DEDCE5605D3}" type="slidenum">
              <a:rPr lang="en-US" smtClean="0"/>
              <a:t>25</a:t>
            </a:fld>
            <a:endParaRPr lang="en-US"/>
          </a:p>
        </p:txBody>
      </p:sp>
    </p:spTree>
    <p:extLst>
      <p:ext uri="{BB962C8B-B14F-4D97-AF65-F5344CB8AC3E}">
        <p14:creationId xmlns:p14="http://schemas.microsoft.com/office/powerpoint/2010/main" val="3223235592"/>
      </p:ext>
    </p:extLst>
  </p:cSld>
  <p:clrMapOvr>
    <a:masterClrMapping/>
  </p:clrMapOvr>
  <mc:AlternateContent xmlns:mc="http://schemas.openxmlformats.org/markup-compatibility/2006" xmlns:p14="http://schemas.microsoft.com/office/powerpoint/2010/main">
    <mc:Choice Requires="p14">
      <p:transition spd="slow" p14:dur="1500" advTm="6519">
        <p:split orient="vert"/>
      </p:transition>
    </mc:Choice>
    <mc:Fallback xmlns="">
      <p:transition spd="slow" advTm="6519">
        <p:split orient="vert"/>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4.7|5|3.6|3.2|7.9|12"/>
</p:tagLst>
</file>

<file path=ppt/tags/tag2.xml><?xml version="1.0" encoding="utf-8"?>
<p:tagLst xmlns:a="http://schemas.openxmlformats.org/drawingml/2006/main" xmlns:r="http://schemas.openxmlformats.org/officeDocument/2006/relationships" xmlns:p="http://schemas.openxmlformats.org/presentationml/2006/main">
  <p:tag name="TIMING" val="|12.1|6.9|7.7|3.9"/>
</p:tagLst>
</file>

<file path=ppt/tags/tag3.xml><?xml version="1.0" encoding="utf-8"?>
<p:tagLst xmlns:a="http://schemas.openxmlformats.org/drawingml/2006/main" xmlns:r="http://schemas.openxmlformats.org/officeDocument/2006/relationships" xmlns:p="http://schemas.openxmlformats.org/presentationml/2006/main">
  <p:tag name="TIMING" val="|7.3|10.3|8.9|6.6|7.2|7.7"/>
</p:tagLst>
</file>

<file path=ppt/tags/tag4.xml><?xml version="1.0" encoding="utf-8"?>
<p:tagLst xmlns:a="http://schemas.openxmlformats.org/drawingml/2006/main" xmlns:r="http://schemas.openxmlformats.org/officeDocument/2006/relationships" xmlns:p="http://schemas.openxmlformats.org/presentationml/2006/main">
  <p:tag name="TIMING" val="|50.8|3.9|2"/>
</p:tagLst>
</file>

<file path=ppt/tags/tag5.xml><?xml version="1.0" encoding="utf-8"?>
<p:tagLst xmlns:a="http://schemas.openxmlformats.org/drawingml/2006/main" xmlns:r="http://schemas.openxmlformats.org/officeDocument/2006/relationships" xmlns:p="http://schemas.openxmlformats.org/presentationml/2006/main">
  <p:tag name="TIMING" val="|101.7|1.7|0.8|0.8|1"/>
</p:tagLst>
</file>

<file path=ppt/tags/tag6.xml><?xml version="1.0" encoding="utf-8"?>
<p:tagLst xmlns:a="http://schemas.openxmlformats.org/drawingml/2006/main" xmlns:r="http://schemas.openxmlformats.org/officeDocument/2006/relationships" xmlns:p="http://schemas.openxmlformats.org/presentationml/2006/main">
  <p:tag name="TIMING" val="|63.8|2.3|0.9|1.1"/>
</p:tagLst>
</file>

<file path=ppt/tags/tag7.xml><?xml version="1.0" encoding="utf-8"?>
<p:tagLst xmlns:a="http://schemas.openxmlformats.org/drawingml/2006/main" xmlns:r="http://schemas.openxmlformats.org/officeDocument/2006/relationships" xmlns:p="http://schemas.openxmlformats.org/presentationml/2006/main">
  <p:tag name="TIMING" val="|17.7|25|6.3|7|9.5"/>
</p:tagLst>
</file>

<file path=ppt/tags/tag8.xml><?xml version="1.0" encoding="utf-8"?>
<p:tagLst xmlns:a="http://schemas.openxmlformats.org/drawingml/2006/main" xmlns:r="http://schemas.openxmlformats.org/officeDocument/2006/relationships" xmlns:p="http://schemas.openxmlformats.org/presentationml/2006/main">
  <p:tag name="TIMING" val="|72.1|1|0.9|0.9"/>
</p:tagLst>
</file>

<file path=ppt/tags/tag9.xml><?xml version="1.0" encoding="utf-8"?>
<p:tagLst xmlns:a="http://schemas.openxmlformats.org/drawingml/2006/main" xmlns:r="http://schemas.openxmlformats.org/officeDocument/2006/relationships" xmlns:p="http://schemas.openxmlformats.org/presentationml/2006/main">
  <p:tag name="TIMING" val="|29.9|1.6|0.8|6.6|0.8|0.6|0.8|9.3|0.6|6.1|0.7|0.7|2.5"/>
</p:tagLst>
</file>

<file path=ppt/theme/theme1.xml><?xml version="1.0" encoding="utf-8"?>
<a:theme xmlns:a="http://schemas.openxmlformats.org/drawingml/2006/main" name="Face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44DA4597C2DA943933A249CF35A3C17" ma:contentTypeVersion="6" ma:contentTypeDescription="Create a new document." ma:contentTypeScope="" ma:versionID="553d37467d2e42fae4f35043fcee683e">
  <xsd:schema xmlns:xsd="http://www.w3.org/2001/XMLSchema" xmlns:xs="http://www.w3.org/2001/XMLSchema" xmlns:p="http://schemas.microsoft.com/office/2006/metadata/properties" xmlns:ns3="936daadb-6db6-4468-bf48-4ae045496840" targetNamespace="http://schemas.microsoft.com/office/2006/metadata/properties" ma:root="true" ma:fieldsID="42ded7d7b61f78330f8ec919dbd354f4" ns3:_="">
    <xsd:import namespace="936daadb-6db6-4468-bf48-4ae045496840"/>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36daadb-6db6-4468-bf48-4ae045496840"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936daadb-6db6-4468-bf48-4ae045496840" xsi:nil="true"/>
  </documentManagement>
</p:properties>
</file>

<file path=customXml/itemProps1.xml><?xml version="1.0" encoding="utf-8"?>
<ds:datastoreItem xmlns:ds="http://schemas.openxmlformats.org/officeDocument/2006/customXml" ds:itemID="{4C7CD554-5679-4012-9105-D959F89ABEA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36daadb-6db6-4468-bf48-4ae04549684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D84E4CA-99B5-42B9-98A4-A77A3926A008}">
  <ds:schemaRefs>
    <ds:schemaRef ds:uri="http://schemas.microsoft.com/sharepoint/v3/contenttype/forms"/>
  </ds:schemaRefs>
</ds:datastoreItem>
</file>

<file path=customXml/itemProps3.xml><?xml version="1.0" encoding="utf-8"?>
<ds:datastoreItem xmlns:ds="http://schemas.openxmlformats.org/officeDocument/2006/customXml" ds:itemID="{011EE2D9-0145-4353-8093-60F8853D023B}">
  <ds:schemaRefs>
    <ds:schemaRef ds:uri="http://purl.org/dc/terms/"/>
    <ds:schemaRef ds:uri="http://schemas.microsoft.com/office/infopath/2007/PartnerControls"/>
    <ds:schemaRef ds:uri="http://schemas.microsoft.com/office/2006/documentManagement/types"/>
    <ds:schemaRef ds:uri="http://www.w3.org/XML/1998/namespace"/>
    <ds:schemaRef ds:uri="http://purl.org/dc/dcmitype/"/>
    <ds:schemaRef ds:uri="936daadb-6db6-4468-bf48-4ae045496840"/>
    <ds:schemaRef ds:uri="http://schemas.openxmlformats.org/package/2006/metadata/core-properties"/>
    <ds:schemaRef ds:uri="http://schemas.microsoft.com/office/2006/metadata/propertie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Facet</Template>
  <TotalTime>1081</TotalTime>
  <Words>909</Words>
  <Application>Microsoft Office PowerPoint</Application>
  <PresentationFormat>Widescreen</PresentationFormat>
  <Paragraphs>180</Paragraphs>
  <Slides>25</Slides>
  <Notes>25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-apple-system</vt:lpstr>
      <vt:lpstr>Arial</vt:lpstr>
      <vt:lpstr>Calibri</vt:lpstr>
      <vt:lpstr>Consolas</vt:lpstr>
      <vt:lpstr>Times New Roman</vt:lpstr>
      <vt:lpstr>Trebuchet MS</vt:lpstr>
      <vt:lpstr>Wingdings</vt:lpstr>
      <vt:lpstr>Wingdings 3</vt:lpstr>
      <vt:lpstr>Facet</vt:lpstr>
      <vt:lpstr>ML 24/25-06 Implement Temporal Memory Parallel Version</vt:lpstr>
      <vt:lpstr>OBJECTIVE</vt:lpstr>
      <vt:lpstr>AGENDA</vt:lpstr>
      <vt:lpstr>Introduction </vt:lpstr>
      <vt:lpstr>Optimization Strategies </vt:lpstr>
      <vt:lpstr>Implementation</vt:lpstr>
      <vt:lpstr>Why Parallel.For() is Better Than Async for Matrix Initialization   </vt:lpstr>
      <vt:lpstr>PowerPoint Presentation</vt:lpstr>
      <vt:lpstr>Implementing Four Optimization Methods</vt:lpstr>
      <vt:lpstr>1.Single_Threaded_Optimized_Init()</vt:lpstr>
      <vt:lpstr>2.InitParallelRegularDictionary()</vt:lpstr>
      <vt:lpstr>3.InitParallelWithConcurrentDictionary()</vt:lpstr>
      <vt:lpstr>Why Use ConcurrentDictionary ?</vt:lpstr>
      <vt:lpstr>4.InitParallelPartitioned()</vt:lpstr>
      <vt:lpstr>Performance Analysis</vt:lpstr>
      <vt:lpstr>PowerPoint Presentation</vt:lpstr>
      <vt:lpstr>PowerPoint Presentation</vt:lpstr>
      <vt:lpstr>Optimal Method Selection </vt:lpstr>
      <vt:lpstr>Result and Visualizations </vt:lpstr>
      <vt:lpstr>2] Performance Comparison for 8 and 10 Cores </vt:lpstr>
      <vt:lpstr>3] Performance Comparison for All Cores </vt:lpstr>
      <vt:lpstr>Comparing both Initialization Times and Computation Times across different test cases</vt:lpstr>
      <vt:lpstr>Chart compares the computation performance between standard and parallel methods for each test cases.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 23/24 Implementation of New Spatial Learning Experiment</dc:title>
  <dc:creator>Lavanya Suresh</dc:creator>
  <cp:lastModifiedBy>osalunke01@outlook.com</cp:lastModifiedBy>
  <cp:revision>67</cp:revision>
  <dcterms:created xsi:type="dcterms:W3CDTF">2024-03-23T22:46:24Z</dcterms:created>
  <dcterms:modified xsi:type="dcterms:W3CDTF">2025-03-30T20:10:28Z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0x010100244DA4597C2DA943933A249CF35A3C17</vt:lpwstr>
  </property>
</Properties>
</file>